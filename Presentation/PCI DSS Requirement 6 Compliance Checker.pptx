
<file path=[Content_Types].xml><?xml version="1.0" encoding="utf-8"?>
<Types xmlns="http://schemas.openxmlformats.org/package/2006/content-types">
  <Default Extension="jp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notesSlides/notesSlide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5" Type="http://schemas.microsoft.com/office/2020/02/relationships/classificationlabels" Target="docMetadata/LabelInfo.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autoCompressPictures="0">
  <p:sldMasterIdLst>
    <p:sldMasterId id="2147483648" r:id="rId4"/>
  </p:sldMasterIdLst>
  <p:notesMasterIdLst>
    <p:notesMasterId r:id="rId21"/>
  </p:notesMasterIdLst>
  <p:handoutMasterIdLst>
    <p:handoutMasterId r:id="rId22"/>
  </p:handoutMasterIdLst>
  <p:sldIdLst>
    <p:sldId id="296" r:id="rId5"/>
    <p:sldId id="297" r:id="rId6"/>
    <p:sldId id="286" r:id="rId7"/>
    <p:sldId id="261" r:id="rId8"/>
    <p:sldId id="285" r:id="rId9"/>
    <p:sldId id="263" r:id="rId10"/>
    <p:sldId id="265" r:id="rId11"/>
    <p:sldId id="262" r:id="rId12"/>
    <p:sldId id="278" r:id="rId13"/>
    <p:sldId id="267" r:id="rId14"/>
    <p:sldId id="298" r:id="rId15"/>
    <p:sldId id="299" r:id="rId16"/>
    <p:sldId id="300" r:id="rId17"/>
    <p:sldId id="302" r:id="rId18"/>
    <p:sldId id="303" r:id="rId19"/>
    <p:sldId id="287" r:id="rId20"/>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useTimings="0">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2C567A"/>
    <a:srgbClr val="0D1D51"/>
    <a:srgbClr val="0072C7"/>
    <a:srgbClr val="666666"/>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0E3FDE45-AF77-4B5C-9715-49D594BDF05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 styleId="{9D7B26C5-4107-4FEC-AEDC-1716B250A1EF}" styleName="Light Style 1">
    <a:wholeTbl>
      <a:tcTxStyle>
        <a:fontRef idx="minor">
          <a:scrgbClr r="0" g="0" b="0"/>
        </a:fontRef>
        <a:schemeClr val="tx1"/>
      </a:tcTxStyle>
      <a:tcStyle>
        <a:tcBdr>
          <a:left>
            <a:ln>
              <a:noFill/>
            </a:ln>
          </a:left>
          <a:right>
            <a:ln>
              <a:noFill/>
            </a:ln>
          </a:right>
          <a:top>
            <a:ln w="12700" cmpd="sng">
              <a:solidFill>
                <a:schemeClr val="tx1"/>
              </a:solidFill>
            </a:ln>
          </a:top>
          <a:bottom>
            <a:ln w="12700" cmpd="sng">
              <a:solidFill>
                <a:schemeClr val="tx1"/>
              </a:solidFill>
            </a:ln>
          </a:bottom>
          <a:insideH>
            <a:ln>
              <a:noFill/>
            </a:ln>
          </a:insideH>
          <a:insideV>
            <a:ln>
              <a:noFill/>
            </a:ln>
          </a:insideV>
        </a:tcBdr>
        <a:fill>
          <a:noFill/>
        </a:fill>
      </a:tcStyle>
    </a:wholeTbl>
    <a:band1H>
      <a:tcStyle>
        <a:tcBdr/>
        <a:fill>
          <a:solidFill>
            <a:schemeClr val="tx1">
              <a:alpha val="20000"/>
            </a:schemeClr>
          </a:solidFill>
        </a:fill>
      </a:tcStyle>
    </a:band1H>
    <a:band2H>
      <a:tcStyle>
        <a:tcBdr/>
      </a:tcStyle>
    </a:band2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12700" cmpd="sng">
              <a:solidFill>
                <a:schemeClr val="tx1"/>
              </a:solidFill>
            </a:ln>
          </a:top>
        </a:tcBdr>
        <a:fill>
          <a:noFill/>
        </a:fill>
      </a:tcStyle>
    </a:lastRow>
    <a:firstRow>
      <a:tcTxStyle b="on"/>
      <a:tcStyle>
        <a:tcBdr>
          <a:bottom>
            <a:ln w="12700" cmpd="sng">
              <a:solidFill>
                <a:schemeClr val="tx1"/>
              </a:solidFill>
            </a:ln>
          </a:bottom>
        </a:tcBdr>
        <a:fill>
          <a:noFill/>
        </a:fill>
      </a:tcStyle>
    </a:firstRow>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C083E6E3-FA7D-4D7B-A595-EF9225AFEA82}" styleName="Light Style 1 - Accent 3">
    <a:wholeTbl>
      <a:tcTxStyle>
        <a:fontRef idx="minor">
          <a:scrgbClr r="0" g="0" b="0"/>
        </a:fontRef>
        <a:schemeClr val="tx1"/>
      </a:tcTxStyle>
      <a:tcStyle>
        <a:tcBdr>
          <a:left>
            <a:ln>
              <a:noFill/>
            </a:ln>
          </a:left>
          <a:right>
            <a:ln>
              <a:noFill/>
            </a:ln>
          </a:right>
          <a:top>
            <a:ln w="12700" cmpd="sng">
              <a:solidFill>
                <a:schemeClr val="accent3"/>
              </a:solidFill>
            </a:ln>
          </a:top>
          <a:bottom>
            <a:ln w="12700" cmpd="sng">
              <a:solidFill>
                <a:schemeClr val="accent3"/>
              </a:solidFill>
            </a:ln>
          </a:bottom>
          <a:insideH>
            <a:ln>
              <a:noFill/>
            </a:ln>
          </a:insideH>
          <a:insideV>
            <a:ln>
              <a:noFill/>
            </a:ln>
          </a:insideV>
        </a:tcBdr>
        <a:fill>
          <a:noFill/>
        </a:fill>
      </a:tcStyle>
    </a:wholeTbl>
    <a:band1H>
      <a:tcStyle>
        <a:tcBdr/>
        <a:fill>
          <a:solidFill>
            <a:schemeClr val="accent3">
              <a:alpha val="20000"/>
            </a:schemeClr>
          </a:solidFill>
        </a:fill>
      </a:tcStyle>
    </a:band1H>
    <a:band2H>
      <a:tcStyle>
        <a:tcBdr/>
      </a:tcStyle>
    </a:band2H>
    <a:band1V>
      <a:tcStyle>
        <a:tcBdr/>
        <a:fill>
          <a:solidFill>
            <a:schemeClr val="accent3">
              <a:alpha val="20000"/>
            </a:schemeClr>
          </a:solidFill>
        </a:fill>
      </a:tcStyle>
    </a:band1V>
    <a:lastCol>
      <a:tcTxStyle b="on"/>
      <a:tcStyle>
        <a:tcBdr/>
      </a:tcStyle>
    </a:lastCol>
    <a:firstCol>
      <a:tcTxStyle b="on"/>
      <a:tcStyle>
        <a:tcBdr/>
      </a:tcStyle>
    </a:firstCol>
    <a:lastRow>
      <a:tcTxStyle b="on"/>
      <a:tcStyle>
        <a:tcBdr>
          <a:top>
            <a:ln w="12700" cmpd="sng">
              <a:solidFill>
                <a:schemeClr val="accent3"/>
              </a:solidFill>
            </a:ln>
          </a:top>
        </a:tcBdr>
        <a:fill>
          <a:noFill/>
        </a:fill>
      </a:tcStyle>
    </a:lastRow>
    <a:firstRow>
      <a:tcTxStyle b="on"/>
      <a:tcStyle>
        <a:tcBdr>
          <a:bottom>
            <a:ln w="12700" cmpd="sng">
              <a:solidFill>
                <a:schemeClr val="accent3"/>
              </a:solidFill>
            </a:ln>
          </a:bottom>
        </a:tcBdr>
        <a:fill>
          <a:noFill/>
        </a:fill>
      </a:tcStyle>
    </a:firstRow>
  </a:tblStyle>
  <a:tblStyle styleId="{306799F8-075E-4A3A-A7F6-7FBC6576F1A4}" styleName="Themed Style 2 - Accent 3">
    <a:tblBg>
      <a:fillRef idx="3">
        <a:schemeClr val="accent3"/>
      </a:fillRef>
      <a:effectRef idx="3">
        <a:schemeClr val="accent3"/>
      </a:effectRef>
    </a:tblBg>
    <a:wholeTbl>
      <a:tcTxStyle>
        <a:fontRef idx="minor">
          <a:scrgbClr r="0" g="0" b="0"/>
        </a:fontRef>
        <a:schemeClr val="lt1"/>
      </a:tcTxStyle>
      <a:tcStyle>
        <a:tcBdr>
          <a:left>
            <a:lnRef idx="1">
              <a:schemeClr val="accent3">
                <a:tint val="50000"/>
              </a:schemeClr>
            </a:lnRef>
          </a:left>
          <a:right>
            <a:lnRef idx="1">
              <a:schemeClr val="accent3">
                <a:tint val="50000"/>
              </a:schemeClr>
            </a:lnRef>
          </a:right>
          <a:top>
            <a:lnRef idx="1">
              <a:schemeClr val="accent3">
                <a:tint val="50000"/>
              </a:schemeClr>
            </a:lnRef>
          </a:top>
          <a:bottom>
            <a:lnRef idx="1">
              <a:schemeClr val="accent3">
                <a:tint val="50000"/>
              </a:schemeClr>
            </a:lnRef>
          </a:bottom>
          <a:insideH>
            <a:ln>
              <a:noFill/>
            </a:ln>
          </a:insideH>
          <a:insideV>
            <a:ln>
              <a:noFill/>
            </a:ln>
          </a:insideV>
        </a:tcBdr>
        <a:fill>
          <a:noFill/>
        </a:fill>
      </a:tcStyle>
    </a:wholeTbl>
    <a:band1H>
      <a:tcStyle>
        <a:tcBdr/>
        <a:fill>
          <a:solidFill>
            <a:schemeClr val="lt1">
              <a:alpha val="20000"/>
            </a:schemeClr>
          </a:solidFill>
        </a:fill>
      </a:tcStyle>
    </a:band1H>
    <a:band1V>
      <a:tcStyle>
        <a:tcBdr/>
        <a:fill>
          <a:solidFill>
            <a:schemeClr val="lt1">
              <a:alpha val="20000"/>
            </a:schemeClr>
          </a:solidFill>
        </a:fill>
      </a:tcStyle>
    </a:band1V>
    <a:lastCol>
      <a:tcTxStyle b="on"/>
      <a:tcStyle>
        <a:tcBdr>
          <a:left>
            <a:lnRef idx="2">
              <a:schemeClr val="lt1"/>
            </a:lnRef>
          </a:left>
        </a:tcBdr>
      </a:tcStyle>
    </a:lastCol>
    <a:firstCol>
      <a:tcTxStyle b="on"/>
      <a:tcStyle>
        <a:tcBdr>
          <a:right>
            <a:lnRef idx="2">
              <a:schemeClr val="lt1"/>
            </a:lnRef>
          </a:right>
        </a:tcBdr>
      </a:tcStyle>
    </a:firstCol>
    <a:lastRow>
      <a:tcTxStyle b="on"/>
      <a:tcStyle>
        <a:tcBdr>
          <a:top>
            <a:lnRef idx="2">
              <a:schemeClr val="lt1"/>
            </a:lnRef>
          </a:top>
        </a:tcBdr>
        <a:fill>
          <a:noFill/>
        </a:fill>
      </a:tcStyle>
    </a:lastRow>
    <a:seCell>
      <a:tcStyle>
        <a:tcBdr>
          <a:left>
            <a:ln>
              <a:noFill/>
            </a:ln>
          </a:left>
          <a:top>
            <a:ln>
              <a:noFill/>
            </a:ln>
          </a:top>
        </a:tcBdr>
      </a:tcStyle>
    </a:seCell>
    <a:swCell>
      <a:tcStyle>
        <a:tcBdr>
          <a:right>
            <a:ln>
              <a:noFill/>
            </a:ln>
          </a:right>
          <a:top>
            <a:ln>
              <a:noFill/>
            </a:ln>
          </a:top>
        </a:tcBdr>
      </a:tcStyle>
    </a:swCell>
    <a:firstRow>
      <a:tcTxStyle b="on"/>
      <a:tcStyle>
        <a:tcBdr>
          <a:bottom>
            <a:lnRef idx="3">
              <a:schemeClr val="lt1"/>
            </a:lnRef>
          </a:bottom>
        </a:tcBdr>
        <a:fill>
          <a:noFill/>
        </a:fill>
      </a:tcStyle>
    </a:firstRow>
    <a:neCell>
      <a:tcStyle>
        <a:tcBdr>
          <a:bottom>
            <a:ln>
              <a:noFill/>
            </a:ln>
          </a:bottom>
        </a:tcBdr>
      </a:tcStyle>
    </a:neCell>
  </a:tblStyle>
  <a:tblStyle styleId="{3B4B98B0-60AC-42C2-AFA5-B58CD77FA1E5}" styleName="Light Style 1 - Accent 1">
    <a:wholeTbl>
      <a:tcTxStyle>
        <a:fontRef idx="minor">
          <a:scrgbClr r="0" g="0" b="0"/>
        </a:fontRef>
        <a:schemeClr val="tx1"/>
      </a:tcTxStyle>
      <a:tcStyle>
        <a:tcBdr>
          <a:left>
            <a:ln>
              <a:noFill/>
            </a:ln>
          </a:left>
          <a:right>
            <a:ln>
              <a:noFill/>
            </a:ln>
          </a:right>
          <a:top>
            <a:ln w="12700" cmpd="sng">
              <a:solidFill>
                <a:schemeClr val="accent1"/>
              </a:solidFill>
            </a:ln>
          </a:top>
          <a:bottom>
            <a:ln w="12700" cmpd="sng">
              <a:solidFill>
                <a:schemeClr val="accent1"/>
              </a:solidFill>
            </a:ln>
          </a:bottom>
          <a:insideH>
            <a:ln>
              <a:noFill/>
            </a:ln>
          </a:insideH>
          <a:insideV>
            <a:ln>
              <a:noFill/>
            </a:ln>
          </a:insideV>
        </a:tcBdr>
        <a:fill>
          <a:noFill/>
        </a:fill>
      </a:tcStyle>
    </a:wholeTbl>
    <a:band1H>
      <a:tcStyle>
        <a:tcBdr/>
        <a:fill>
          <a:solidFill>
            <a:schemeClr val="accent1">
              <a:alpha val="20000"/>
            </a:schemeClr>
          </a:solidFill>
        </a:fill>
      </a:tcStyle>
    </a:band1H>
    <a:band2H>
      <a:tcStyle>
        <a:tcBdr/>
      </a:tcStyle>
    </a:band2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12700" cmpd="sng">
              <a:solidFill>
                <a:schemeClr val="accent1"/>
              </a:solidFill>
            </a:ln>
          </a:top>
        </a:tcBdr>
        <a:fill>
          <a:noFill/>
        </a:fill>
      </a:tcStyle>
    </a:lastRow>
    <a:firstRow>
      <a:tcTxStyle b="on"/>
      <a:tcStyle>
        <a:tcBdr>
          <a:bottom>
            <a:ln w="12700" cmpd="sng">
              <a:solidFill>
                <a:schemeClr val="accent1"/>
              </a:solidFill>
            </a:ln>
          </a:bottom>
        </a:tcBdr>
        <a:fill>
          <a:noFill/>
        </a:fill>
      </a:tcStyle>
    </a:firstRow>
  </a:tblStyle>
  <a:tblStyle styleId="{0E3FDE45-AF77-4B5C-9715-49D594BDF05E}" styleName="Light Style 1 - Accent 2">
    <a:wholeTbl>
      <a:tcTxStyle>
        <a:fontRef idx="minor">
          <a:scrgbClr r="0" g="0" b="0"/>
        </a:fontRef>
        <a:schemeClr val="tx1"/>
      </a:tcTxStyle>
      <a:tcStyle>
        <a:tcBdr>
          <a:left>
            <a:ln>
              <a:noFill/>
            </a:ln>
          </a:left>
          <a:right>
            <a:ln>
              <a:noFill/>
            </a:ln>
          </a:right>
          <a:top>
            <a:ln w="12700" cmpd="sng">
              <a:solidFill>
                <a:schemeClr val="accent2"/>
              </a:solidFill>
            </a:ln>
          </a:top>
          <a:bottom>
            <a:ln w="12700" cmpd="sng">
              <a:solidFill>
                <a:schemeClr val="accent2"/>
              </a:solidFill>
            </a:ln>
          </a:bottom>
          <a:insideH>
            <a:ln>
              <a:noFill/>
            </a:ln>
          </a:insideH>
          <a:insideV>
            <a:ln>
              <a:noFill/>
            </a:ln>
          </a:insideV>
        </a:tcBdr>
        <a:fill>
          <a:noFill/>
        </a:fill>
      </a:tcStyle>
    </a:wholeTbl>
    <a:band1H>
      <a:tcStyle>
        <a:tcBdr/>
        <a:fill>
          <a:solidFill>
            <a:schemeClr val="accent2">
              <a:alpha val="20000"/>
            </a:schemeClr>
          </a:solidFill>
        </a:fill>
      </a:tcStyle>
    </a:band1H>
    <a:band2H>
      <a:tcStyle>
        <a:tcBdr/>
      </a:tcStyle>
    </a:band2H>
    <a:band1V>
      <a:tcStyle>
        <a:tcBdr/>
        <a:fill>
          <a:solidFill>
            <a:schemeClr val="accent2">
              <a:alpha val="20000"/>
            </a:schemeClr>
          </a:solidFill>
        </a:fill>
      </a:tcStyle>
    </a:band1V>
    <a:lastCol>
      <a:tcTxStyle b="on"/>
      <a:tcStyle>
        <a:tcBdr/>
      </a:tcStyle>
    </a:lastCol>
    <a:firstCol>
      <a:tcTxStyle b="on"/>
      <a:tcStyle>
        <a:tcBdr/>
      </a:tcStyle>
    </a:firstCol>
    <a:lastRow>
      <a:tcTxStyle b="on"/>
      <a:tcStyle>
        <a:tcBdr>
          <a:top>
            <a:ln w="12700" cmpd="sng">
              <a:solidFill>
                <a:schemeClr val="accent2"/>
              </a:solidFill>
            </a:ln>
          </a:top>
        </a:tcBdr>
        <a:fill>
          <a:noFill/>
        </a:fill>
      </a:tcStyle>
    </a:lastRow>
    <a:firstRow>
      <a:tcTxStyle b="on"/>
      <a:tcStyle>
        <a:tcBdr>
          <a:bottom>
            <a:ln w="12700" cmpd="sng">
              <a:solidFill>
                <a:schemeClr val="accent2"/>
              </a:solidFill>
            </a:ln>
          </a:bottom>
        </a:tcBdr>
        <a:fill>
          <a:noFill/>
        </a:fill>
      </a:tcStyle>
    </a:firstRow>
  </a:tblStyle>
  <a:tblStyle styleId="{69C7853C-536D-4A76-A0AE-DD22124D55A5}" styleName="Themed Style 1 - Accent 3">
    <a:tblBg>
      <a:fillRef idx="2">
        <a:schemeClr val="accent3"/>
      </a:fillRef>
      <a:effectRef idx="1">
        <a:schemeClr val="accent3"/>
      </a:effectRef>
    </a:tblBg>
    <a:wholeTbl>
      <a:tcTxStyle>
        <a:fontRef idx="minor">
          <a:scrgbClr r="0" g="0" b="0"/>
        </a:fontRef>
        <a:schemeClr val="dk1"/>
      </a:tcTxStyle>
      <a:tcStyle>
        <a:tcBdr>
          <a:left>
            <a:lnRef idx="1">
              <a:schemeClr val="accent3"/>
            </a:lnRef>
          </a:left>
          <a:right>
            <a:lnRef idx="1">
              <a:schemeClr val="accent3"/>
            </a:lnRef>
          </a:right>
          <a:top>
            <a:lnRef idx="1">
              <a:schemeClr val="accent3"/>
            </a:lnRef>
          </a:top>
          <a:bottom>
            <a:lnRef idx="1">
              <a:schemeClr val="accent3"/>
            </a:lnRef>
          </a:bottom>
          <a:insideH>
            <a:lnRef idx="1">
              <a:schemeClr val="accent3"/>
            </a:lnRef>
          </a:insideH>
          <a:insideV>
            <a:lnRef idx="1">
              <a:schemeClr val="accent3"/>
            </a:lnRef>
          </a:insideV>
        </a:tcBdr>
        <a:fill>
          <a:noFill/>
        </a:fill>
      </a:tcStyle>
    </a:wholeTbl>
    <a:band1H>
      <a:tcStyle>
        <a:tcBdr/>
        <a:fill>
          <a:solidFill>
            <a:schemeClr val="accent3">
              <a:alpha val="40000"/>
            </a:schemeClr>
          </a:solidFill>
        </a:fill>
      </a:tcStyle>
    </a:band1H>
    <a:band2H>
      <a:tcStyle>
        <a:tcBdr/>
      </a:tcStyle>
    </a:band2H>
    <a:band1V>
      <a:tcStyle>
        <a:tcBdr>
          <a:top>
            <a:lnRef idx="1">
              <a:schemeClr val="accent3"/>
            </a:lnRef>
          </a:top>
          <a:bottom>
            <a:lnRef idx="1">
              <a:schemeClr val="accent3"/>
            </a:lnRef>
          </a:bottom>
        </a:tcBdr>
        <a:fill>
          <a:solidFill>
            <a:schemeClr val="accent3">
              <a:alpha val="40000"/>
            </a:schemeClr>
          </a:solidFill>
        </a:fill>
      </a:tcStyle>
    </a:band1V>
    <a:band2V>
      <a:tcStyle>
        <a:tcBdr/>
      </a:tcStyle>
    </a:band2V>
    <a:lastCol>
      <a:tcTxStyle b="on"/>
      <a:tcStyle>
        <a:tcBdr>
          <a:left>
            <a:lnRef idx="2">
              <a:schemeClr val="accent3"/>
            </a:lnRef>
          </a:left>
          <a:right>
            <a:lnRef idx="1">
              <a:schemeClr val="accent3"/>
            </a:lnRef>
          </a:right>
          <a:top>
            <a:lnRef idx="1">
              <a:schemeClr val="accent3"/>
            </a:lnRef>
          </a:top>
          <a:bottom>
            <a:lnRef idx="1">
              <a:schemeClr val="accent3"/>
            </a:lnRef>
          </a:bottom>
          <a:insideH>
            <a:lnRef idx="1">
              <a:schemeClr val="accent3"/>
            </a:lnRef>
          </a:insideH>
          <a:insideV>
            <a:ln>
              <a:noFill/>
            </a:ln>
          </a:insideV>
        </a:tcBdr>
      </a:tcStyle>
    </a:lastCol>
    <a:firstCol>
      <a:tcTxStyle b="on"/>
      <a:tcStyle>
        <a:tcBdr>
          <a:left>
            <a:lnRef idx="1">
              <a:schemeClr val="accent3"/>
            </a:lnRef>
          </a:left>
          <a:right>
            <a:lnRef idx="2">
              <a:schemeClr val="accent3"/>
            </a:lnRef>
          </a:right>
          <a:top>
            <a:lnRef idx="1">
              <a:schemeClr val="accent3"/>
            </a:lnRef>
          </a:top>
          <a:bottom>
            <a:lnRef idx="1">
              <a:schemeClr val="accent3"/>
            </a:lnRef>
          </a:bottom>
          <a:insideH>
            <a:lnRef idx="1">
              <a:schemeClr val="accent3"/>
            </a:lnRef>
          </a:insideH>
          <a:insideV>
            <a:ln>
              <a:noFill/>
            </a:ln>
          </a:insideV>
        </a:tcBdr>
      </a:tcStyle>
    </a:firstCol>
    <a:lastRow>
      <a:tcTxStyle b="on"/>
      <a:tcStyle>
        <a:tcBdr>
          <a:left>
            <a:lnRef idx="1">
              <a:schemeClr val="accent3"/>
            </a:lnRef>
          </a:left>
          <a:right>
            <a:lnRef idx="1">
              <a:schemeClr val="accent3"/>
            </a:lnRef>
          </a:right>
          <a:top>
            <a:lnRef idx="2">
              <a:schemeClr val="accent3"/>
            </a:lnRef>
          </a:top>
          <a:bottom>
            <a:lnRef idx="2">
              <a:schemeClr val="accent3"/>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3"/>
            </a:lnRef>
          </a:left>
          <a:right>
            <a:lnRef idx="1">
              <a:schemeClr val="accent3"/>
            </a:lnRef>
          </a:right>
          <a:top>
            <a:lnRef idx="1">
              <a:schemeClr val="accent3"/>
            </a:lnRef>
          </a:top>
          <a:bottom>
            <a:lnRef idx="2">
              <a:schemeClr val="lt1"/>
            </a:lnRef>
          </a:bottom>
          <a:insideH>
            <a:ln>
              <a:noFill/>
            </a:ln>
          </a:insideH>
          <a:insideV>
            <a:ln>
              <a:noFill/>
            </a:ln>
          </a:insideV>
        </a:tcBdr>
        <a:fill>
          <a:solidFill>
            <a:schemeClr val="accent3"/>
          </a:solidFill>
        </a:fill>
      </a:tcStyle>
    </a:firstRow>
  </a:tblStyle>
  <a:tblStyle styleId="{0505E3EF-67EA-436B-97B2-0124C06EBD24}" styleName="Medium Style 4 - Accent 3">
    <a:wholeTbl>
      <a:tcTxStyle>
        <a:fontRef idx="minor">
          <a:scrgbClr r="0" g="0" b="0"/>
        </a:fontRef>
        <a:schemeClr val="dk1"/>
      </a:tcTxStyle>
      <a:tcStyle>
        <a:tcBdr>
          <a:left>
            <a:ln w="12700" cmpd="sng">
              <a:solidFill>
                <a:schemeClr val="accent3"/>
              </a:solidFill>
            </a:ln>
          </a:left>
          <a:right>
            <a:ln w="12700" cmpd="sng">
              <a:solidFill>
                <a:schemeClr val="accent3"/>
              </a:solidFill>
            </a:ln>
          </a:right>
          <a:top>
            <a:ln w="12700" cmpd="sng">
              <a:solidFill>
                <a:schemeClr val="accent3"/>
              </a:solidFill>
            </a:ln>
          </a:top>
          <a:bottom>
            <a:ln w="12700" cmpd="sng">
              <a:solidFill>
                <a:schemeClr val="accent3"/>
              </a:solidFill>
            </a:ln>
          </a:bottom>
          <a:insideH>
            <a:ln w="12700" cmpd="sng">
              <a:solidFill>
                <a:schemeClr val="accent3"/>
              </a:solidFill>
            </a:ln>
          </a:insideH>
          <a:insideV>
            <a:ln w="12700" cmpd="sng">
              <a:solidFill>
                <a:schemeClr val="accent3"/>
              </a:solidFill>
            </a:ln>
          </a:insideV>
        </a:tcBdr>
        <a:fill>
          <a:solidFill>
            <a:schemeClr val="accent3">
              <a:tint val="20000"/>
            </a:schemeClr>
          </a:solidFill>
        </a:fill>
      </a:tcStyle>
    </a:wholeTbl>
    <a:band1H>
      <a:tcStyle>
        <a:tcBdr/>
        <a:fill>
          <a:solidFill>
            <a:schemeClr val="accent3">
              <a:tint val="40000"/>
            </a:schemeClr>
          </a:solidFill>
        </a:fill>
      </a:tcStyle>
    </a:band1H>
    <a:band1V>
      <a:tcStyle>
        <a:tcBdr/>
        <a:fill>
          <a:solidFill>
            <a:schemeClr val="accent3">
              <a:tint val="40000"/>
            </a:schemeClr>
          </a:solidFill>
        </a:fill>
      </a:tcStyle>
    </a:band1V>
    <a:lastCol>
      <a:tcTxStyle b="on"/>
      <a:tcStyle>
        <a:tcBdr/>
      </a:tcStyle>
    </a:lastCol>
    <a:firstCol>
      <a:tcTxStyle b="on"/>
      <a:tcStyle>
        <a:tcBdr/>
      </a:tcStyle>
    </a:firstCol>
    <a:lastRow>
      <a:tcTxStyle b="on"/>
      <a:tcStyle>
        <a:tcBdr>
          <a:top>
            <a:ln w="25400" cmpd="sng">
              <a:solidFill>
                <a:schemeClr val="accent3"/>
              </a:solidFill>
            </a:ln>
          </a:top>
        </a:tcBdr>
        <a:fill>
          <a:solidFill>
            <a:schemeClr val="accent3">
              <a:tint val="20000"/>
            </a:schemeClr>
          </a:solidFill>
        </a:fill>
      </a:tcStyle>
    </a:lastRow>
    <a:firstRow>
      <a:tcTxStyle b="on"/>
      <a:tcStyle>
        <a:tcBdr/>
        <a:fill>
          <a:solidFill>
            <a:schemeClr val="accent3">
              <a:tint val="20000"/>
            </a:schemeClr>
          </a:solidFill>
        </a:fill>
      </a:tcStyle>
    </a:firstRow>
  </a:tblStyle>
  <a:tblStyle styleId="{69012ECD-51FC-41F1-AA8D-1B2483CD663E}" styleName="Light Style 2 - Accent 1">
    <a:wholeTbl>
      <a:tcTxStyle>
        <a:fontRef idx="minor">
          <a:scrgbClr r="0" g="0" b="0"/>
        </a:fontRef>
        <a:schemeClr val="tx1"/>
      </a:tcTxStyle>
      <a:tcStyle>
        <a:tcBdr>
          <a:left>
            <a:lnRef idx="1">
              <a:schemeClr val="accent1"/>
            </a:lnRef>
          </a:left>
          <a:right>
            <a:lnRef idx="1">
              <a:schemeClr val="accent1"/>
            </a:lnRef>
          </a:right>
          <a:top>
            <a:lnRef idx="1">
              <a:schemeClr val="accent1"/>
            </a:lnRef>
          </a:top>
          <a:bottom>
            <a:lnRef idx="1">
              <a:schemeClr val="accent1"/>
            </a:lnRef>
          </a:bottom>
          <a:insideH>
            <a:ln>
              <a:noFill/>
            </a:ln>
          </a:insideH>
          <a:insideV>
            <a:ln>
              <a:noFill/>
            </a:ln>
          </a:insideV>
        </a:tcBdr>
        <a:fill>
          <a:noFill/>
        </a:fill>
      </a:tcStyle>
    </a:wholeTbl>
    <a:band1H>
      <a:tcStyle>
        <a:tcBdr>
          <a:top>
            <a:lnRef idx="1">
              <a:schemeClr val="accent1"/>
            </a:lnRef>
          </a:top>
          <a:bottom>
            <a:lnRef idx="1">
              <a:schemeClr val="accent1"/>
            </a:lnRef>
          </a:bottom>
        </a:tcBdr>
      </a:tcStyle>
    </a:band1H>
    <a:band1V>
      <a:tcStyle>
        <a:tcBdr>
          <a:left>
            <a:lnRef idx="1">
              <a:schemeClr val="accent1"/>
            </a:lnRef>
          </a:left>
          <a:right>
            <a:lnRef idx="1">
              <a:schemeClr val="accent1"/>
            </a:lnRef>
          </a:right>
        </a:tcBdr>
      </a:tcStyle>
    </a:band1V>
    <a:band2V>
      <a:tcStyle>
        <a:tcBdr>
          <a:left>
            <a:lnRef idx="1">
              <a:schemeClr val="accent1"/>
            </a:lnRef>
          </a:left>
          <a:right>
            <a:lnRef idx="1">
              <a:schemeClr val="accent1"/>
            </a:lnRef>
          </a:right>
        </a:tcBdr>
      </a:tcStyle>
    </a:band2V>
    <a:lastCol>
      <a:tcTxStyle b="on"/>
      <a:tcStyle>
        <a:tcBdr/>
      </a:tcStyle>
    </a:lastCol>
    <a:firstCol>
      <a:tcTxStyle b="on"/>
      <a:tcStyle>
        <a:tcBdr/>
      </a:tcStyle>
    </a:firstCol>
    <a:lastRow>
      <a:tcTxStyle b="on"/>
      <a:tcStyle>
        <a:tcBdr>
          <a:top>
            <a:ln w="50800" cmpd="dbl">
              <a:solidFill>
                <a:schemeClr val="accent1"/>
              </a:solidFill>
            </a:ln>
          </a:top>
        </a:tcBdr>
      </a:tcStyle>
    </a:lastRow>
    <a:firstRow>
      <a:tcTxStyle b="on">
        <a:fontRef idx="minor">
          <a:scrgbClr r="0" g="0" b="0"/>
        </a:fontRef>
        <a:schemeClr val="bg1"/>
      </a:tcTxStyle>
      <a:tcStyle>
        <a:tcBdr/>
        <a:fillRef idx="1">
          <a:schemeClr val="accent1"/>
        </a:fillRef>
      </a:tcStyle>
    </a:firstRow>
  </a:tblStyle>
  <a:tblStyle styleId="{8799B23B-EC83-4686-B30A-512413B5E67A}" styleName="Light Style 3 - Accent 3">
    <a:wholeTbl>
      <a:tcTxStyle>
        <a:fontRef idx="minor">
          <a:scrgbClr r="0" g="0" b="0"/>
        </a:fontRef>
        <a:schemeClr val="tx1"/>
      </a:tcTxStyle>
      <a:tcStyle>
        <a:tcBdr>
          <a:left>
            <a:ln w="12700" cmpd="sng">
              <a:solidFill>
                <a:schemeClr val="accent3"/>
              </a:solidFill>
            </a:ln>
          </a:left>
          <a:right>
            <a:ln w="12700" cmpd="sng">
              <a:solidFill>
                <a:schemeClr val="accent3"/>
              </a:solidFill>
            </a:ln>
          </a:right>
          <a:top>
            <a:ln w="12700" cmpd="sng">
              <a:solidFill>
                <a:schemeClr val="accent3"/>
              </a:solidFill>
            </a:ln>
          </a:top>
          <a:bottom>
            <a:ln w="12700" cmpd="sng">
              <a:solidFill>
                <a:schemeClr val="accent3"/>
              </a:solidFill>
            </a:ln>
          </a:bottom>
          <a:insideH>
            <a:ln w="12700" cmpd="sng">
              <a:solidFill>
                <a:schemeClr val="accent3"/>
              </a:solidFill>
            </a:ln>
          </a:insideH>
          <a:insideV>
            <a:ln w="12700" cmpd="sng">
              <a:solidFill>
                <a:schemeClr val="accent3"/>
              </a:solidFill>
            </a:ln>
          </a:insideV>
        </a:tcBdr>
        <a:fill>
          <a:noFill/>
        </a:fill>
      </a:tcStyle>
    </a:wholeTbl>
    <a:band1H>
      <a:tcStyle>
        <a:tcBdr/>
        <a:fill>
          <a:solidFill>
            <a:schemeClr val="accent3">
              <a:alpha val="20000"/>
            </a:schemeClr>
          </a:solidFill>
        </a:fill>
      </a:tcStyle>
    </a:band1H>
    <a:band1V>
      <a:tcStyle>
        <a:tcBdr/>
        <a:fill>
          <a:solidFill>
            <a:schemeClr val="accent3">
              <a:alpha val="20000"/>
            </a:schemeClr>
          </a:solidFill>
        </a:fill>
      </a:tcStyle>
    </a:band1V>
    <a:lastCol>
      <a:tcTxStyle b="on"/>
      <a:tcStyle>
        <a:tcBdr/>
      </a:tcStyle>
    </a:lastCol>
    <a:firstCol>
      <a:tcTxStyle b="on"/>
      <a:tcStyle>
        <a:tcBdr/>
      </a:tcStyle>
    </a:firstCol>
    <a:lastRow>
      <a:tcTxStyle b="on"/>
      <a:tcStyle>
        <a:tcBdr>
          <a:top>
            <a:ln w="50800" cmpd="dbl">
              <a:solidFill>
                <a:schemeClr val="accent3"/>
              </a:solidFill>
            </a:ln>
          </a:top>
        </a:tcBdr>
        <a:fill>
          <a:noFill/>
        </a:fill>
      </a:tcStyle>
    </a:lastRow>
    <a:firstRow>
      <a:tcTxStyle b="on"/>
      <a:tcStyle>
        <a:tcBdr>
          <a:bottom>
            <a:ln w="25400" cmpd="sng">
              <a:solidFill>
                <a:schemeClr val="accent3"/>
              </a:solidFill>
            </a:ln>
          </a:bottom>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4972" autoAdjust="0"/>
    <p:restoredTop sz="87887" autoAdjust="0"/>
  </p:normalViewPr>
  <p:slideViewPr>
    <p:cSldViewPr snapToGrid="0" showGuides="1">
      <p:cViewPr>
        <p:scale>
          <a:sx n="50" d="100"/>
          <a:sy n="50" d="100"/>
        </p:scale>
        <p:origin x="1296" y="456"/>
      </p:cViewPr>
      <p:guideLst>
        <p:guide orient="horz" pos="2160"/>
        <p:guide pos="3840"/>
      </p:guideLst>
    </p:cSldViewPr>
  </p:slideViewPr>
  <p:notesTextViewPr>
    <p:cViewPr>
      <p:scale>
        <a:sx n="1" d="1"/>
        <a:sy n="1" d="1"/>
      </p:scale>
      <p:origin x="0" y="0"/>
    </p:cViewPr>
  </p:notesTextViewPr>
  <p:sorterViewPr>
    <p:cViewPr>
      <p:scale>
        <a:sx n="100" d="100"/>
        <a:sy n="100" d="100"/>
      </p:scale>
      <p:origin x="0" y="0"/>
    </p:cViewPr>
  </p:sorterViewPr>
  <p:notesViewPr>
    <p:cSldViewPr snapToGrid="0">
      <p:cViewPr>
        <p:scale>
          <a:sx n="100" d="100"/>
          <a:sy n="100" d="100"/>
        </p:scale>
        <p:origin x="1560" y="-1464"/>
      </p:cViewPr>
      <p:guideLst/>
    </p:cSldViewPr>
  </p:notes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4.xml"/><Relationship Id="rId13" Type="http://schemas.openxmlformats.org/officeDocument/2006/relationships/slide" Target="slides/slide9.xml"/><Relationship Id="rId18" Type="http://schemas.openxmlformats.org/officeDocument/2006/relationships/slide" Target="slides/slide14.xml"/><Relationship Id="rId26" Type="http://schemas.openxmlformats.org/officeDocument/2006/relationships/tableStyles" Target="tableStyles.xml"/><Relationship Id="rId3" Type="http://schemas.openxmlformats.org/officeDocument/2006/relationships/customXml" Target="../customXml/item3.xml"/><Relationship Id="rId21" Type="http://schemas.openxmlformats.org/officeDocument/2006/relationships/notesMaster" Target="notesMasters/notesMaster1.xml"/><Relationship Id="rId7" Type="http://schemas.openxmlformats.org/officeDocument/2006/relationships/slide" Target="slides/slide3.xml"/><Relationship Id="rId12" Type="http://schemas.openxmlformats.org/officeDocument/2006/relationships/slide" Target="slides/slide8.xml"/><Relationship Id="rId17" Type="http://schemas.openxmlformats.org/officeDocument/2006/relationships/slide" Target="slides/slide13.xml"/><Relationship Id="rId25" Type="http://schemas.openxmlformats.org/officeDocument/2006/relationships/theme" Target="theme/theme1.xml"/><Relationship Id="rId2" Type="http://schemas.openxmlformats.org/officeDocument/2006/relationships/customXml" Target="../customXml/item2.xml"/><Relationship Id="rId16" Type="http://schemas.openxmlformats.org/officeDocument/2006/relationships/slide" Target="slides/slide12.xml"/><Relationship Id="rId20" Type="http://schemas.openxmlformats.org/officeDocument/2006/relationships/slide" Target="slides/slide16.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24" Type="http://schemas.openxmlformats.org/officeDocument/2006/relationships/viewProps" Target="viewProps.xml"/><Relationship Id="rId5" Type="http://schemas.openxmlformats.org/officeDocument/2006/relationships/slide" Target="slides/slide1.xml"/><Relationship Id="rId15" Type="http://schemas.openxmlformats.org/officeDocument/2006/relationships/slide" Target="slides/slide11.xml"/><Relationship Id="rId23" Type="http://schemas.openxmlformats.org/officeDocument/2006/relationships/presProps" Target="presProps.xml"/><Relationship Id="rId10" Type="http://schemas.openxmlformats.org/officeDocument/2006/relationships/slide" Target="slides/slide6.xml"/><Relationship Id="rId19" Type="http://schemas.openxmlformats.org/officeDocument/2006/relationships/slide" Target="slides/slide15.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 Id="rId22" Type="http://schemas.openxmlformats.org/officeDocument/2006/relationships/handoutMaster" Target="handoutMasters/handoutMaster1.xml"/></Relationships>
</file>

<file path=ppt/diagrams/colors1.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A66480AC-C0DE-4E5E-9ECD-9AE37E3FCB79}" type="doc">
      <dgm:prSet loTypeId="urn:microsoft.com/office/officeart/2016/7/layout/BasicTimeline" loCatId="timeline" qsTypeId="urn:microsoft.com/office/officeart/2005/8/quickstyle/simple5" qsCatId="simple" csTypeId="urn:microsoft.com/office/officeart/2005/8/colors/accent1_2" csCatId="accent1" phldr="1"/>
      <dgm:spPr/>
      <dgm:t>
        <a:bodyPr/>
        <a:lstStyle/>
        <a:p>
          <a:endParaRPr lang="en-US"/>
        </a:p>
      </dgm:t>
    </dgm:pt>
    <dgm:pt modelId="{9FFA803F-EA25-49D8-A073-96E9747E345F}" type="pres">
      <dgm:prSet presAssocID="{A66480AC-C0DE-4E5E-9ECD-9AE37E3FCB79}" presName="root" presStyleCnt="0">
        <dgm:presLayoutVars>
          <dgm:chMax/>
          <dgm:chPref/>
          <dgm:animLvl val="lvl"/>
        </dgm:presLayoutVars>
      </dgm:prSet>
      <dgm:spPr/>
    </dgm:pt>
    <dgm:pt modelId="{EE0E6265-BE99-48D1-8879-DB5A75D6D78E}" type="pres">
      <dgm:prSet presAssocID="{A66480AC-C0DE-4E5E-9ECD-9AE37E3FCB79}" presName="divider" presStyleLbl="fgAccFollowNode1" presStyleIdx="0" presStyleCnt="1"/>
      <dgm:spPr>
        <a:solidFill>
          <a:schemeClr val="accent1">
            <a:alpha val="90000"/>
            <a:tint val="40000"/>
            <a:hueOff val="0"/>
            <a:satOff val="0"/>
            <a:lumOff val="0"/>
            <a:alphaOff val="0"/>
          </a:schemeClr>
        </a:solidFill>
        <a:ln w="6350" cap="flat" cmpd="sng" algn="ctr">
          <a:solidFill>
            <a:schemeClr val="accent1">
              <a:alpha val="90000"/>
              <a:tint val="40000"/>
              <a:hueOff val="0"/>
              <a:satOff val="0"/>
              <a:lumOff val="0"/>
              <a:alphaOff val="0"/>
            </a:schemeClr>
          </a:solidFill>
          <a:prstDash val="solid"/>
          <a:miter lim="800000"/>
          <a:tailEnd type="triangle" w="lg" len="lg"/>
        </a:ln>
        <a:effectLst/>
      </dgm:spPr>
    </dgm:pt>
    <dgm:pt modelId="{BDA8F949-88B8-486D-9E41-ABA1463A8926}" type="pres">
      <dgm:prSet presAssocID="{A66480AC-C0DE-4E5E-9ECD-9AE37E3FCB79}" presName="nodes" presStyleCnt="0">
        <dgm:presLayoutVars>
          <dgm:chMax/>
          <dgm:chPref/>
          <dgm:animLvl val="lvl"/>
        </dgm:presLayoutVars>
      </dgm:prSet>
      <dgm:spPr/>
    </dgm:pt>
  </dgm:ptLst>
  <dgm:cxnLst>
    <dgm:cxn modelId="{403E30EA-CA23-4A5A-9D22-DF82F93CFF08}" type="presOf" srcId="{A66480AC-C0DE-4E5E-9ECD-9AE37E3FCB79}" destId="{9FFA803F-EA25-49D8-A073-96E9747E345F}" srcOrd="0" destOrd="0" presId="urn:microsoft.com/office/officeart/2016/7/layout/BasicTimeline"/>
    <dgm:cxn modelId="{9C5E351C-4F83-42C9-8766-363923817116}" type="presParOf" srcId="{9FFA803F-EA25-49D8-A073-96E9747E345F}" destId="{EE0E6265-BE99-48D1-8879-DB5A75D6D78E}" srcOrd="0" destOrd="0" presId="urn:microsoft.com/office/officeart/2016/7/layout/BasicTimeline"/>
    <dgm:cxn modelId="{F4A239D2-791C-4FA7-8885-B0E1A7FEAC48}" type="presParOf" srcId="{9FFA803F-EA25-49D8-A073-96E9747E345F}" destId="{BDA8F949-88B8-486D-9E41-ABA1463A8926}" srcOrd="1" destOrd="0" presId="urn:microsoft.com/office/officeart/2016/7/layout/BasicTimeline"/>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EE0E6265-BE99-48D1-8879-DB5A75D6D78E}">
      <dsp:nvSpPr>
        <dsp:cNvPr id="0" name=""/>
        <dsp:cNvSpPr/>
      </dsp:nvSpPr>
      <dsp:spPr>
        <a:xfrm>
          <a:off x="0" y="1956594"/>
          <a:ext cx="6619875" cy="0"/>
        </a:xfrm>
        <a:prstGeom prst="line">
          <a:avLst/>
        </a:prstGeom>
        <a:solidFill>
          <a:schemeClr val="accent1">
            <a:alpha val="90000"/>
            <a:tint val="40000"/>
            <a:hueOff val="0"/>
            <a:satOff val="0"/>
            <a:lumOff val="0"/>
            <a:alphaOff val="0"/>
          </a:schemeClr>
        </a:solidFill>
        <a:ln w="6350" cap="flat" cmpd="sng" algn="ctr">
          <a:solidFill>
            <a:schemeClr val="accent1">
              <a:alpha val="90000"/>
              <a:tint val="40000"/>
              <a:hueOff val="0"/>
              <a:satOff val="0"/>
              <a:lumOff val="0"/>
              <a:alphaOff val="0"/>
            </a:schemeClr>
          </a:solidFill>
          <a:prstDash val="solid"/>
          <a:miter lim="800000"/>
          <a:tailEnd type="triangle" w="lg" len="lg"/>
        </a:ln>
        <a:effectLst/>
      </dsp:spPr>
      <dsp:style>
        <a:lnRef idx="1">
          <a:scrgbClr r="0" g="0" b="0"/>
        </a:lnRef>
        <a:fillRef idx="1">
          <a:scrgbClr r="0" g="0" b="0"/>
        </a:fillRef>
        <a:effectRef idx="2">
          <a:scrgbClr r="0" g="0" b="0"/>
        </a:effectRef>
        <a:fontRef idx="minor"/>
      </dsp:style>
    </dsp:sp>
  </dsp:spTree>
</dsp:drawing>
</file>

<file path=ppt/diagrams/layout1.xml><?xml version="1.0" encoding="utf-8"?>
<dgm:layoutDef xmlns:dgm="http://schemas.openxmlformats.org/drawingml/2006/diagram" xmlns:a="http://schemas.openxmlformats.org/drawingml/2006/main" uniqueId="urn:microsoft.com/office/officeart/2016/7/layout/BasicTimeline">
  <dgm:title val="Basic Timeline"/>
  <dgm:desc val="Use to show a list of events in chronological order. The rounded rectangular shape contains the description while the date is shown below on the time line. It's the perfect SmartArt for displaying large amount of text with a medium date format."/>
  <dgm:catLst>
    <dgm:cat type="timeline" pri="500"/>
    <dgm:cat type="process" pri="600"/>
  </dgm:catLst>
  <dgm:sampData>
    <dgm:dataModel>
      <dgm:ptLst>
        <dgm:pt modelId="0" type="doc"/>
        <dgm:pt modelId="10">
          <dgm:prSet phldr="1"/>
        </dgm:pt>
        <dgm:pt modelId="11">
          <dgm:prSet phldr="1"/>
        </dgm:pt>
        <dgm:pt modelId="20">
          <dgm:prSet phldr="1"/>
        </dgm:pt>
        <dgm:pt modelId="21">
          <dgm:prSet phldr="1"/>
        </dgm:pt>
        <dgm:pt modelId="30">
          <dgm:prSet phldr="1"/>
        </dgm:pt>
        <dgm:pt modelId="31">
          <dgm:prSet phldr="1"/>
        </dgm:pt>
      </dgm:ptLst>
      <dgm:cxnLst>
        <dgm:cxn modelId="40" srcId="0" destId="10" srcOrd="0" destOrd="0"/>
        <dgm:cxn modelId="12" srcId="10" destId="11" srcOrd="0" destOrd="0"/>
        <dgm:cxn modelId="50" srcId="0" destId="20" srcOrd="1" destOrd="0"/>
        <dgm:cxn modelId="22" srcId="20" destId="21" srcOrd="0" destOrd="0"/>
        <dgm:cxn modelId="60" srcId="0" destId="30" srcOrd="1" destOrd="0"/>
        <dgm:cxn modelId="32" srcId="30" destId="31" srcOrd="0" destOrd="0"/>
      </dgm:cxnLst>
      <dgm:bg/>
      <dgm:whole/>
    </dgm:dataModel>
  </dgm:sampData>
  <dgm:styleData>
    <dgm:dataModel>
      <dgm:ptLst>
        <dgm:pt modelId="0" type="doc"/>
        <dgm:pt modelId="10">
          <dgm:prSet phldr="1"/>
        </dgm:pt>
        <dgm:pt modelId="20">
          <dgm:prSet phldr="1"/>
        </dgm:pt>
      </dgm:ptLst>
      <dgm:cxnLst>
        <dgm:cxn modelId="60" srcId="0" destId="10" srcOrd="0" destOrd="0"/>
        <dgm:cxn modelId="70" srcId="0" destId="20" srcOrd="1" destOrd="0"/>
      </dgm:cxnLst>
      <dgm:bg/>
      <dgm:whole/>
    </dgm:dataModel>
  </dgm:styleData>
  <dgm:clrData>
    <dgm:dataModel>
      <dgm:ptLst>
        <dgm:pt modelId="0" type="doc"/>
        <dgm:pt modelId="10">
          <dgm:prSet phldr="1"/>
        </dgm:pt>
        <dgm:pt modelId="20">
          <dgm:prSet phldr="1"/>
        </dgm:pt>
        <dgm:pt modelId="30">
          <dgm:prSet phldr="1"/>
        </dgm:pt>
        <dgm:pt modelId="40">
          <dgm:prSet phldr="1"/>
        </dgm:pt>
      </dgm:ptLst>
      <dgm:cxnLst>
        <dgm:cxn modelId="60" srcId="0" destId="10" srcOrd="0" destOrd="0"/>
        <dgm:cxn modelId="70" srcId="0" destId="20" srcOrd="1" destOrd="0"/>
        <dgm:cxn modelId="80" srcId="0" destId="30" srcOrd="2" destOrd="0"/>
        <dgm:cxn modelId="90" srcId="0" destId="40" srcOrd="3" destOrd="0"/>
      </dgm:cxnLst>
      <dgm:bg/>
      <dgm:whole/>
    </dgm:dataModel>
  </dgm:clrData>
  <dgm:layoutNode name="root">
    <dgm:varLst>
      <dgm:chMax/>
      <dgm:chPref/>
      <dgm:animLvl val="lvl"/>
    </dgm:varLst>
    <dgm:alg type="composite"/>
    <dgm:shape xmlns:r="http://schemas.openxmlformats.org/officeDocument/2006/relationships" r:blip="">
      <dgm:adjLst/>
    </dgm:shape>
    <dgm:constrLst>
      <dgm:constr type="w" for="ch" forName="divider" refType="w"/>
      <dgm:constr type="h" for="ch" forName="divider"/>
      <dgm:constr type="ctrY" for="ch" forName="divider" refType="h" fact="0.5"/>
      <dgm:constr type="l" for="ch" forName="divider"/>
      <dgm:constr type="w" for="ch" forName="nodes" refType="w"/>
      <dgm:constr type="h" for="ch" forName="nodes" refType="h"/>
    </dgm:constrLst>
    <dgm:layoutNode name="divider" styleLbl="fgAccFollowNode1">
      <dgm:alg type="sp"/>
      <dgm:choose name="ArrowShape">
        <dgm:if name="ArrowShapeLTR" func="var" arg="dir" op="equ" val="norm">
          <dgm:shape xmlns:r="http://schemas.openxmlformats.org/officeDocument/2006/relationships" type="line" r:blip="" zOrderOff="-1">
            <dgm:adjLst/>
            <dgm:extLst>
              <a:ext uri="{B698B0E9-8C71-41B9-8309-B3DCBF30829C}">
                <dgm1612:spPr xmlns:dgm1612="http://schemas.microsoft.com/office/drawing/2016/12/diagram">
                  <a:ln>
                    <a:tailEnd type="triangle" w="lg" len="lg"/>
                  </a:ln>
                </dgm1612:spPr>
              </a:ext>
            </dgm:extLst>
          </dgm:shape>
        </dgm:if>
        <dgm:else name="ArrowShapeRTL">
          <dgm:shape xmlns:r="http://schemas.openxmlformats.org/officeDocument/2006/relationships" type="line" r:blip="" zOrderOff="-1">
            <dgm:adjLst/>
            <dgm:extLst>
              <a:ext uri="{B698B0E9-8C71-41B9-8309-B3DCBF30829C}">
                <dgm1612:spPr xmlns:dgm1612="http://schemas.microsoft.com/office/drawing/2016/12/diagram">
                  <a:ln>
                    <a:headEnd type="triangle" w="lg" len="lg"/>
                  </a:ln>
                </dgm1612:spPr>
              </a:ext>
            </dgm:extLst>
          </dgm:shape>
        </dgm:else>
      </dgm:choose>
      <dgm:presOf/>
      <dgm:constrLst/>
      <dgm:ruleLst/>
    </dgm:layoutNode>
    <dgm:layoutNode name="nodes">
      <dgm:varLst>
        <dgm:chMax/>
        <dgm:chPref/>
        <dgm:animLvl val="lvl"/>
      </dgm:varLst>
      <dgm:choose name="Name1">
        <dgm:if name="Name2" func="var" arg="dir" op="equ" val="norm">
          <dgm:alg type="lin"/>
        </dgm:if>
        <dgm:else name="Name3">
          <dgm:alg type="lin">
            <dgm:param type="linDir" val="fromR"/>
          </dgm:alg>
        </dgm:else>
      </dgm:choose>
      <dgm:presOf/>
      <dgm:shape xmlns:r="http://schemas.openxmlformats.org/officeDocument/2006/relationships" r:blip="">
        <dgm:adjLst/>
      </dgm:shape>
      <dgm:choose name="constrBasedOnChildrenCount">
        <dgm:if name="constrForTwoChildren" axis="ch" ptType="node" func="cnt" op="lte" val="2">
          <dgm:constrLst>
            <dgm:constr type="primFontSz" for="des" forName="L1TextContainer" val="20"/>
            <dgm:constr type="primFontSz" for="des" forName="L2TextContainer" refType="primFontSz" refFor="des" refForName="L1TextContainer" op="equ" fact="0.85"/>
            <dgm:constr type="w" for="ch" forName="composite" refType="w"/>
            <dgm:constr type="h" for="ch" forName="composite" refType="h"/>
            <dgm:constr type="w" for="ch" forName="spaceBetweenRectangles" refType="w" refFor="ch" refForName="composite" fact="0.16"/>
            <dgm:constr type="w" for="ch" ptType="sibTrans" op="equ"/>
            <dgm:constr type="primFontSz" for="des" forName="L1TextContainer" op="equ"/>
            <dgm:constr type="primFontSz" for="des" forName="L2TextContainer" op="equ"/>
          </dgm:constrLst>
        </dgm:if>
        <dgm:else name="constrForRest">
          <dgm:constrLst>
            <dgm:constr type="primFontSz" for="des" forName="L1TextContainer" val="20"/>
            <dgm:constr type="primFontSz" for="des" forName="L2TextContainer" refType="primFontSz" refFor="des" refForName="L1TextContainer" op="equ" fact="0.85"/>
            <dgm:constr type="w" for="ch" forName="composite" refType="w"/>
            <dgm:constr type="h" for="ch" forName="composite" refType="h"/>
            <dgm:constr type="w" for="ch" forName="spaceBetweenRectangles" refType="w" refFor="ch" refForName="composite" fact="-0.42"/>
            <dgm:constr type="w" for="ch" ptType="sibTrans" op="equ"/>
            <dgm:constr type="primFontSz" for="des" forName="L1TextContainer" op="equ"/>
            <dgm:constr type="primFontSz" for="des" forName="L2TextContainer" op="equ"/>
          </dgm:constrLst>
        </dgm:else>
      </dgm:choose>
      <dgm:forEach name="nodesForEach" axis="ch" ptType="node">
        <dgm:layoutNode name="composite">
          <dgm:alg type="composite"/>
          <dgm:shape xmlns:r="http://schemas.openxmlformats.org/officeDocument/2006/relationships" r:blip="">
            <dgm:adjLst/>
          </dgm:shape>
          <dgm:choose name="CaseForPlacingNodesAboveAndBelowDivider">
            <dgm:if name="CaseForPlacingNodeAboveDivider" axis="self" ptType="node" func="posOdd" op="equ" val="1">
              <dgm:constrLst>
                <dgm:constr type="w" for="ch" forName="L1TextContainer" refType="w" fact="0.88"/>
                <dgm:constr type="l" for="ch" forName="L1TextContainer" refType="w" fact="0.06"/>
                <dgm:constr type="t" for="ch" forName="L1TextContainer" refType="h" fact="0.537"/>
                <dgm:constr type="h" for="ch" forName="L1TextContainer" refType="h" fact="0.113"/>
                <dgm:constr type="w" for="ch" forName="L2TextContainerWrapper" refType="w"/>
                <dgm:constr type="h" for="ch" forName="L2TextContainerWrapper" refType="h" fact="0.31"/>
                <dgm:constr type="b" for="ch" forName="L2TextContainerWrapper" refType="h" fact="0.31"/>
                <dgm:constr type="w" for="ch" forName="ConnectLine"/>
                <dgm:constr type="l" for="ch" forName="ConnectLine" refType="w" fact="0.5"/>
                <dgm:constr type="h" for="ch" forName="ConnectLine" refType="h" fact="0.19"/>
                <dgm:constr type="t" for="ch" forName="ConnectLine" refType="h" fact="0.31"/>
                <dgm:constr type="w" for="ch" forName="ConnectorPoint" refType="h" fact="0.015"/>
                <dgm:constr type="h" for="ch" forName="ConnectorPoint" refType="h" fact="0.015"/>
                <dgm:constr type="ctrX" for="ch" forName="ConnectorPoint" refType="w" fact="0.5"/>
                <dgm:constr type="ctrY" for="ch" forName="ConnectorPoint" refType="h" fact="0.5"/>
                <dgm:constr type="w" for="ch" forName="EmptyPlaceHolder" refType="w"/>
                <dgm:constr type="t" for="ch" forName="EmptyPlaceHolder" refType="h" fact="0.65"/>
                <dgm:constr type="h" for="ch" forName="EmptyPlaceHolder" refType="h" fact="0.35"/>
              </dgm:constrLst>
            </dgm:if>
            <dgm:else name="CaseForPlacingNodeBelowDivider">
              <dgm:constrLst>
                <dgm:constr type="w" for="ch" forName="L1TextContainer" refType="w" fact="0.88"/>
                <dgm:constr type="l" for="ch" forName="L1TextContainer" refType="w" fact="0.06"/>
                <dgm:constr type="t" for="ch" forName="L1TextContainer" refType="h" fact="0.35"/>
                <dgm:constr type="h" for="ch" forName="L1TextContainer" refType="h" fact="0.113"/>
                <dgm:constr type="w" for="ch" forName="L2TextContainerWrapper" refType="w"/>
                <dgm:constr type="h" for="ch" forName="L2TextContainerWrapper" refType="h" fact="0.31"/>
                <dgm:constr type="t" for="ch" forName="L2TextContainerWrapper" refType="h" fact="0.69"/>
                <dgm:constr type="w" for="ch" forName="ConnectLine"/>
                <dgm:constr type="l" for="ch" forName="ConnectLine" refType="w" fact="0.5"/>
                <dgm:constr type="h" for="ch" forName="ConnectLine" refType="h" fact="0.19"/>
                <dgm:constr type="t" for="ch" forName="ConnectLine" refType="h" fact="0.5"/>
                <dgm:constr type="w" for="ch" forName="ConnectorPoint" refType="h" fact="0.015"/>
                <dgm:constr type="h" for="ch" forName="ConnectorPoint" refType="h" fact="0.015"/>
                <dgm:constr type="ctrX" for="ch" forName="ConnectorPoint" refType="w" fact="0.5"/>
                <dgm:constr type="ctrY" for="ch" forName="ConnectorPoint" refType="h" fact="0.5"/>
                <dgm:constr type="w" for="ch" forName="EmptyPlaceHolder" refType="w"/>
                <dgm:constr type="h" for="ch" forName="EmptyPlaceHolder" refType="h" fact="0.35"/>
                <dgm:constr type="t" for="ch" forName="EmptyPlaceHolder" refType="h" fact="0"/>
              </dgm:constrLst>
            </dgm:else>
          </dgm:choose>
          <dgm:layoutNode name="L1TextContainer" styleLbl="revTx">
            <dgm:varLst>
              <dgm:chMax val="1"/>
              <dgm:chPref val="1"/>
              <dgm:bulletEnabled val="1"/>
            </dgm:varLst>
            <dgm:choose name="casesForTxtDirLogic">
              <dgm:if name="Name78" axis="self" ptType="node" func="posOdd" op="equ" val="1">
                <dgm:alg type="tx">
                  <dgm:param type="txAnchorHorz" val="ctr"/>
                  <dgm:param type="txAnchorVert" val="t"/>
                  <dgm:param type="parTxLTRAlign" val="ctr"/>
                  <dgm:param type="parTxRTLAlign" val="ctr"/>
                </dgm:alg>
              </dgm:if>
              <dgm:else name="Name89">
                <dgm:alg type="tx">
                  <dgm:param type="txAnchorHorz" val="ctr"/>
                  <dgm:param type="txAnchorVert" val="b"/>
                  <dgm:param type="parTxLTRAlign" val="ctr"/>
                  <dgm:param type="parTxRTLAlign" val="ctr"/>
                </dgm:alg>
              </dgm:else>
            </dgm:choose>
            <dgm:shape xmlns:r="http://schemas.openxmlformats.org/officeDocument/2006/relationships" type="rect" r:blip="">
              <dgm:adjLst/>
            </dgm:shape>
            <dgm:presOf axis="self"/>
            <dgm:constrLst>
              <dgm:constr type="lMarg"/>
              <dgm:constr type="rMarg"/>
              <dgm:constr type="tMarg"/>
              <dgm:constr type="bMarg"/>
            </dgm:constrLst>
            <dgm:ruleLst>
              <dgm:rule type="primFontSz" val="14" fact="NaN" max="NaN"/>
            </dgm:ruleLst>
          </dgm:layoutNode>
          <dgm:layoutNode name="L2TextContainerWrapper">
            <dgm:varLst>
              <dgm:chMax val="0"/>
              <dgm:chPref val="0"/>
              <dgm:bulletEnabled val="1"/>
            </dgm:varLst>
            <dgm:alg type="composite"/>
            <dgm:choose name="L2TextContainerConstr">
              <dgm:if name="CaseForPlacingL2TextContaineAboveDivider" axis="self" ptType="node" func="posOdd" op="equ" val="1">
                <dgm:constrLst>
                  <dgm:constr type="h" for="ch" forName="L2TextContainer" refType="h" fact="0.55"/>
                  <dgm:constr type="b" for="ch" forName="L2TextContainer" refType="h"/>
                  <dgm:constr type="h" for="ch" forName="FlexibleEmptyPlaceHolder" refType="h" fact="0.45"/>
                </dgm:constrLst>
              </dgm:if>
              <dgm:else name="CaseForPlacingL2TextContaineBelowDivider">
                <dgm:constrLst>
                  <dgm:constr type="h" for="ch" forName="L2TextContainer" refType="h" fact="0.55"/>
                  <dgm:constr type="h" for="ch" forName="FlexibleEmptyPlaceHolder" refType="h" fact="0.45"/>
                  <dgm:constr type="b" for="ch" forName="FlexibleEmptyPlaceHolder" refType="h"/>
                </dgm:constrLst>
              </dgm:else>
            </dgm:choose>
            <dgm:layoutNode name="L2TextContainer" styleLbl="bgAcc1">
              <dgm:choose name="L2TextContainerAlgo">
                <dgm:if name="L2TextContainerAlgoLTR" func="var" arg="dir" op="equ" val="norm">
                  <dgm:alg type="tx">
                    <dgm:param type="txAnchorVert" val="mid"/>
                    <dgm:param type="parTxRTLAlign" val="l"/>
                    <dgm:param type="parTxLTRAlign" val="l"/>
                    <dgm:param type="txAnchorVertCh" val="mid"/>
                    <dgm:param type="shpTxRTLAlignCh" val="l"/>
                    <dgm:param type="shpTxLTRAlignCh" val="l"/>
                  </dgm:alg>
                </dgm:if>
                <dgm:else name="L2TextContainerAlgoRTL">
                  <dgm:alg type="tx">
                    <dgm:param type="txAnchorVert" val="mid"/>
                    <dgm:param type="parTxRTLAlign" val="r"/>
                    <dgm:param type="parTxLTRAlign" val="r"/>
                    <dgm:param type="txAnchorVertCh" val="mid"/>
                    <dgm:param type="shpTxRTLAlignCh" val="r"/>
                    <dgm:param type="shpTxLTRAlignCh" val="r"/>
                  </dgm:alg>
                </dgm:else>
              </dgm:choose>
              <dgm:shape xmlns:r="http://schemas.openxmlformats.org/officeDocument/2006/relationships" type="roundRect" r:blip="">
                <dgm:adjLst/>
              </dgm:shape>
              <dgm:presOf axis="des" ptType="node"/>
              <dgm:constrLst>
                <dgm:constr type="primFontSz" val="17"/>
                <dgm:constr type="lMarg" refType="primFontSz" fact="0.7"/>
                <dgm:constr type="rMarg" refType="primFontSz" fact="0.7"/>
                <dgm:constr type="tMarg" refType="primFontSz" fact="0.7"/>
                <dgm:constr type="bMarg" refType="primFontSz" fact="0.7"/>
              </dgm:constrLst>
              <dgm:ruleLst>
                <dgm:rule type="primFontSz" val="12" fact="NaN" max="NaN"/>
                <dgm:rule type="secFontSz" val="10" fact="NaN" max="NaN"/>
                <dgm:rule type="h" val="INF" fact="NaN" max="NaN"/>
              </dgm:ruleLst>
            </dgm:layoutNode>
            <dgm:layoutNode name="FlexibleEmptyPlaceHolder">
              <dgm:alg type="sp"/>
              <dgm:shape xmlns:r="http://schemas.openxmlformats.org/officeDocument/2006/relationships" r:blip="">
                <dgm:adjLst/>
              </dgm:shape>
              <dgm:presOf/>
              <dgm:constrLst/>
            </dgm:layoutNode>
          </dgm:layoutNode>
          <dgm:layoutNode name="ConnectLine" styleLbl="sibTrans1D1" moveWith="L2TextContainer">
            <dgm:alg type="sp"/>
            <dgm:shape xmlns:r="http://schemas.openxmlformats.org/officeDocument/2006/relationships" type="line" r:blip="">
              <dgm:adjLst/>
              <dgm:extLst>
                <a:ext uri="{B698B0E9-8C71-41B9-8309-B3DCBF30829C}">
                  <dgm1612:spPr xmlns:dgm1612="http://schemas.microsoft.com/office/drawing/2016/12/diagram">
                    <a:ln>
                      <a:prstDash val="dash"/>
                    </a:ln>
                  </dgm1612:spPr>
                </a:ext>
              </dgm:extLst>
            </dgm:shape>
            <dgm:presOf/>
            <dgm:constrLst/>
          </dgm:layoutNode>
          <dgm:layoutNode name="ConnectorPoint" styleLbl="alignNode1" moveWith="L2TextContainer">
            <dgm:alg type="sp"/>
            <dgm:shape xmlns:r="http://schemas.openxmlformats.org/officeDocument/2006/relationships" type="ellipse" r:blip="" zOrderOff="1">
              <dgm:adjLst/>
            </dgm:shape>
            <dgm:presOf/>
            <dgm:constrLst/>
          </dgm:layoutNode>
          <dgm:layoutNode name="EmptyPlaceHolder">
            <dgm:alg type="sp"/>
            <dgm:shape xmlns:r="http://schemas.openxmlformats.org/officeDocument/2006/relationships" r:blip="">
              <dgm:adjLst/>
            </dgm:shape>
            <dgm:presOf/>
            <dgm:constrLst/>
          </dgm:layoutNode>
        </dgm:layoutNode>
        <dgm:forEach name="Name28" axis="followSib" ptType="sibTrans" cnt="1">
          <dgm:layoutNode name="spaceBetweenRectangles">
            <dgm:alg type="sp"/>
            <dgm:shape xmlns:r="http://schemas.openxmlformats.org/officeDocument/2006/relationships" r:blip="">
              <dgm:adjLst/>
            </dgm:shape>
            <dgm:presOf/>
            <dgm:constrLst/>
            <dgm:ruleLst/>
          </dgm:layoutNode>
        </dgm:forEach>
      </dgm:forEach>
    </dgm:layoutNode>
  </dgm:layoutNode>
  <dgm:extLst>
    <a:ext uri="{68A01E43-0DF5-4B5B-8FA6-DAF915123BFB}">
      <dgm1612:lstStyle xmlns:dgm1612="http://schemas.microsoft.com/office/drawing/2016/12/diagram">
        <a:lvl1pPr>
          <a:defRPr b="1"/>
        </a:lvl1pPr>
      </dgm1612:lstStyle>
    </a:ext>
  </dgm:extLst>
</dgm:layoutDef>
</file>

<file path=ppt/diagrams/quickStyle1.xml><?xml version="1.0" encoding="utf-8"?>
<dgm:styleDef xmlns:dgm="http://schemas.openxmlformats.org/drawingml/2006/diagram" xmlns:a="http://schemas.openxmlformats.org/drawingml/2006/main" uniqueId="urn:microsoft.com/office/officeart/2005/8/quickstyle/simple5">
  <dgm:title val=""/>
  <dgm:desc val=""/>
  <dgm:catLst>
    <dgm:cat type="simple" pri="105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lnNode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3">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3">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3">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3">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3">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1">
        <a:scrgbClr r="0" g="0" b="0"/>
      </a:lnRef>
      <a:fillRef idx="0">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2D3">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2D4">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3">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3">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3">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3">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27243D74-B9C1-450A-B0F3-6C6DCB0CF20B}"/>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dirty="0"/>
          </a:p>
        </p:txBody>
      </p:sp>
      <p:sp>
        <p:nvSpPr>
          <p:cNvPr id="3" name="Date Placeholder 2">
            <a:extLst>
              <a:ext uri="{FF2B5EF4-FFF2-40B4-BE49-F238E27FC236}">
                <a16:creationId xmlns:a16="http://schemas.microsoft.com/office/drawing/2014/main" id="{32C27C33-9BB1-41D5-A236-12767E7E722F}"/>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97AB3EA8-A58D-4C92-A3AB-D271CCC294C7}" type="datetimeFigureOut">
              <a:rPr lang="en-US" smtClean="0"/>
              <a:t>12/28/2025</a:t>
            </a:fld>
            <a:endParaRPr lang="en-US" dirty="0"/>
          </a:p>
        </p:txBody>
      </p:sp>
      <p:sp>
        <p:nvSpPr>
          <p:cNvPr id="4" name="Footer Placeholder 3">
            <a:extLst>
              <a:ext uri="{FF2B5EF4-FFF2-40B4-BE49-F238E27FC236}">
                <a16:creationId xmlns:a16="http://schemas.microsoft.com/office/drawing/2014/main" id="{44A7EADB-04A4-4093-B238-438E2C7317A1}"/>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dirty="0"/>
          </a:p>
        </p:txBody>
      </p:sp>
      <p:sp>
        <p:nvSpPr>
          <p:cNvPr id="5" name="Slide Number Placeholder 4">
            <a:extLst>
              <a:ext uri="{FF2B5EF4-FFF2-40B4-BE49-F238E27FC236}">
                <a16:creationId xmlns:a16="http://schemas.microsoft.com/office/drawing/2014/main" id="{EDDD8696-706D-440E-AE04-4C644F0613E8}"/>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722A5DE8-F2C4-4DB3-88D1-656DCD59E73E}" type="slidenum">
              <a:rPr lang="en-US" smtClean="0"/>
              <a:t>‹#›</a:t>
            </a:fld>
            <a:endParaRPr lang="en-US" dirty="0"/>
          </a:p>
        </p:txBody>
      </p:sp>
    </p:spTree>
    <p:extLst>
      <p:ext uri="{BB962C8B-B14F-4D97-AF65-F5344CB8AC3E}">
        <p14:creationId xmlns:p14="http://schemas.microsoft.com/office/powerpoint/2010/main" val="1789824356"/>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noProof="0" dirty="0"/>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AEFB4FA-E877-413E-B608-88789D806C57}" type="datetimeFigureOut">
              <a:rPr lang="en-US" noProof="0" smtClean="0"/>
              <a:t>12/28/2025</a:t>
            </a:fld>
            <a:endParaRPr lang="en-US" noProof="0" dirty="0"/>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noProof="0" dirty="0"/>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noProof="0"/>
              <a:t>Edit Master text styles</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noProof="0" dirty="0"/>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6336304E-FDE3-4B4F-A3B7-EBE87F3FA5E2}" type="slidenum">
              <a:rPr lang="en-US" noProof="0" smtClean="0"/>
              <a:t>‹#›</a:t>
            </a:fld>
            <a:endParaRPr lang="en-US" noProof="0" dirty="0"/>
          </a:p>
        </p:txBody>
      </p:sp>
    </p:spTree>
    <p:extLst>
      <p:ext uri="{BB962C8B-B14F-4D97-AF65-F5344CB8AC3E}">
        <p14:creationId xmlns:p14="http://schemas.microsoft.com/office/powerpoint/2010/main" val="408513861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6336304E-FDE3-4B4F-A3B7-EBE87F3FA5E2}" type="slidenum">
              <a:rPr lang="en-US" smtClean="0"/>
              <a:t>1</a:t>
            </a:fld>
            <a:endParaRPr lang="en-US" dirty="0"/>
          </a:p>
        </p:txBody>
      </p:sp>
    </p:spTree>
    <p:extLst>
      <p:ext uri="{BB962C8B-B14F-4D97-AF65-F5344CB8AC3E}">
        <p14:creationId xmlns:p14="http://schemas.microsoft.com/office/powerpoint/2010/main" val="3442190305"/>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6336304E-FDE3-4B4F-A3B7-EBE87F3FA5E2}" type="slidenum">
              <a:rPr lang="en-US" noProof="0" smtClean="0"/>
              <a:t>10</a:t>
            </a:fld>
            <a:endParaRPr lang="en-US" noProof="0" dirty="0"/>
          </a:p>
        </p:txBody>
      </p:sp>
    </p:spTree>
    <p:extLst>
      <p:ext uri="{BB962C8B-B14F-4D97-AF65-F5344CB8AC3E}">
        <p14:creationId xmlns:p14="http://schemas.microsoft.com/office/powerpoint/2010/main" val="126384139"/>
      </p:ext>
    </p:extLst>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3" Type="http://schemas.openxmlformats.org/officeDocument/2006/relationships/image" Target="../media/image3.svg"/><Relationship Id="rId7" Type="http://schemas.openxmlformats.org/officeDocument/2006/relationships/image" Target="../media/image7.svg"/><Relationship Id="rId2" Type="http://schemas.openxmlformats.org/officeDocument/2006/relationships/image" Target="../media/image2.png"/><Relationship Id="rId1" Type="http://schemas.openxmlformats.org/officeDocument/2006/relationships/slideMaster" Target="../slideMasters/slideMaster1.xml"/><Relationship Id="rId6" Type="http://schemas.openxmlformats.org/officeDocument/2006/relationships/image" Target="../media/image6.png"/><Relationship Id="rId5" Type="http://schemas.openxmlformats.org/officeDocument/2006/relationships/image" Target="../media/image5.svg"/><Relationship Id="rId4" Type="http://schemas.openxmlformats.org/officeDocument/2006/relationships/image" Target="../media/image4.png"/></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8.jp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3" Type="http://schemas.openxmlformats.org/officeDocument/2006/relationships/image" Target="../media/image10.svg"/><Relationship Id="rId7" Type="http://schemas.openxmlformats.org/officeDocument/2006/relationships/image" Target="../media/image5.svg"/><Relationship Id="rId2" Type="http://schemas.openxmlformats.org/officeDocument/2006/relationships/image" Target="../media/image9.png"/><Relationship Id="rId1" Type="http://schemas.openxmlformats.org/officeDocument/2006/relationships/slideMaster" Target="../slideMasters/slideMaster1.xml"/><Relationship Id="rId6" Type="http://schemas.openxmlformats.org/officeDocument/2006/relationships/image" Target="../media/image4.png"/><Relationship Id="rId5" Type="http://schemas.openxmlformats.org/officeDocument/2006/relationships/image" Target="../media/image7.svg"/><Relationship Id="rId4" Type="http://schemas.openxmlformats.org/officeDocument/2006/relationships/image" Target="../media/image6.png"/></Relationships>
</file>

<file path=ppt/slideLayouts/_rels/slideLayout5.xml.rels><?xml version="1.0" encoding="UTF-8" standalone="yes"?>
<Relationships xmlns="http://schemas.openxmlformats.org/package/2006/relationships"><Relationship Id="rId2" Type="http://schemas.openxmlformats.org/officeDocument/2006/relationships/image" Target="../media/image11.jp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3" Type="http://schemas.openxmlformats.org/officeDocument/2006/relationships/image" Target="../media/image5.svg"/><Relationship Id="rId7" Type="http://schemas.openxmlformats.org/officeDocument/2006/relationships/image" Target="../media/image7.svg"/><Relationship Id="rId2" Type="http://schemas.openxmlformats.org/officeDocument/2006/relationships/image" Target="../media/image4.png"/><Relationship Id="rId1" Type="http://schemas.openxmlformats.org/officeDocument/2006/relationships/slideMaster" Target="../slideMasters/slideMaster1.xml"/><Relationship Id="rId6" Type="http://schemas.openxmlformats.org/officeDocument/2006/relationships/image" Target="../media/image6.png"/><Relationship Id="rId5" Type="http://schemas.openxmlformats.org/officeDocument/2006/relationships/image" Target="../media/image13.svg"/><Relationship Id="rId4" Type="http://schemas.openxmlformats.org/officeDocument/2006/relationships/image" Target="../media/image12.png"/></Relationships>
</file>

<file path=ppt/slideLayouts/_rels/slideLayout7.xml.rels><?xml version="1.0" encoding="UTF-8" standalone="yes"?>
<Relationships xmlns="http://schemas.openxmlformats.org/package/2006/relationships"><Relationship Id="rId2" Type="http://schemas.openxmlformats.org/officeDocument/2006/relationships/image" Target="../media/image14.jpg"/><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3" Type="http://schemas.openxmlformats.org/officeDocument/2006/relationships/image" Target="../media/image7.svg"/><Relationship Id="rId7" Type="http://schemas.openxmlformats.org/officeDocument/2006/relationships/image" Target="../media/image5.svg"/><Relationship Id="rId2" Type="http://schemas.openxmlformats.org/officeDocument/2006/relationships/image" Target="../media/image6.png"/><Relationship Id="rId1" Type="http://schemas.openxmlformats.org/officeDocument/2006/relationships/slideMaster" Target="../slideMasters/slideMaster1.xml"/><Relationship Id="rId6" Type="http://schemas.openxmlformats.org/officeDocument/2006/relationships/image" Target="../media/image4.png"/><Relationship Id="rId5" Type="http://schemas.openxmlformats.org/officeDocument/2006/relationships/image" Target="../media/image15.svg"/><Relationship Id="rId4" Type="http://schemas.openxmlformats.org/officeDocument/2006/relationships/image" Target="../media/image2.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2" Type="http://schemas.openxmlformats.org/officeDocument/2006/relationships/image" Target="../media/image16.jpg"/><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3" Type="http://schemas.openxmlformats.org/officeDocument/2006/relationships/image" Target="../media/image3.svg"/><Relationship Id="rId7" Type="http://schemas.openxmlformats.org/officeDocument/2006/relationships/image" Target="../media/image5.svg"/><Relationship Id="rId2" Type="http://schemas.openxmlformats.org/officeDocument/2006/relationships/image" Target="../media/image2.png"/><Relationship Id="rId1" Type="http://schemas.openxmlformats.org/officeDocument/2006/relationships/slideMaster" Target="../slideMasters/slideMaster1.xml"/><Relationship Id="rId6" Type="http://schemas.openxmlformats.org/officeDocument/2006/relationships/image" Target="../media/image4.png"/><Relationship Id="rId5" Type="http://schemas.openxmlformats.org/officeDocument/2006/relationships/image" Target="../media/image13.svg"/><Relationship Id="rId4" Type="http://schemas.openxmlformats.org/officeDocument/2006/relationships/image" Target="../media/image12.png"/></Relationships>
</file>

<file path=ppt/slideLayouts/_rels/slideLayout13.xml.rels><?xml version="1.0" encoding="UTF-8" standalone="yes"?>
<Relationships xmlns="http://schemas.openxmlformats.org/package/2006/relationships"><Relationship Id="rId2" Type="http://schemas.openxmlformats.org/officeDocument/2006/relationships/image" Target="../media/image17.jp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Title">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4FD93970-B13A-F96D-A4B1-3A1EE7484106}"/>
              </a:ext>
            </a:extLst>
          </p:cNvPr>
          <p:cNvPicPr>
            <a:picLocks noChangeAspect="1"/>
          </p:cNvPicPr>
          <p:nvPr userDrawn="1"/>
        </p:nvPicPr>
        <p:blipFill>
          <a:blip r:embed="rId2"/>
          <a:srcRect/>
          <a:stretch/>
        </p:blipFill>
        <p:spPr>
          <a:xfrm>
            <a:off x="1" y="0"/>
            <a:ext cx="12202379" cy="6857999"/>
          </a:xfrm>
          <a:prstGeom prst="rect">
            <a:avLst/>
          </a:prstGeom>
        </p:spPr>
      </p:pic>
      <p:sp>
        <p:nvSpPr>
          <p:cNvPr id="2" name="Title 1">
            <a:extLst>
              <a:ext uri="{FF2B5EF4-FFF2-40B4-BE49-F238E27FC236}">
                <a16:creationId xmlns:a16="http://schemas.microsoft.com/office/drawing/2014/main" id="{2456FD49-C258-4333-9422-358C976A341C}"/>
              </a:ext>
            </a:extLst>
          </p:cNvPr>
          <p:cNvSpPr>
            <a:spLocks noGrp="1"/>
          </p:cNvSpPr>
          <p:nvPr>
            <p:ph type="ctrTitle"/>
          </p:nvPr>
        </p:nvSpPr>
        <p:spPr>
          <a:xfrm>
            <a:off x="612648" y="502920"/>
            <a:ext cx="10954512" cy="3246120"/>
          </a:xfrm>
        </p:spPr>
        <p:txBody>
          <a:bodyPr anchor="b">
            <a:noAutofit/>
          </a:bodyPr>
          <a:lstStyle>
            <a:lvl1pPr algn="ctr">
              <a:defRPr sz="6600" b="1" i="0" cap="none" baseline="0">
                <a:solidFill>
                  <a:schemeClr val="accent2">
                    <a:lumMod val="25000"/>
                  </a:schemeClr>
                </a:solidFill>
                <a:latin typeface="+mj-lt"/>
              </a:defRPr>
            </a:lvl1pPr>
          </a:lstStyle>
          <a:p>
            <a:r>
              <a:rPr lang="en-US" noProof="0"/>
              <a:t>Click to edit Master title style</a:t>
            </a:r>
            <a:endParaRPr lang="en-US" noProof="0" dirty="0"/>
          </a:p>
        </p:txBody>
      </p:sp>
      <p:sp>
        <p:nvSpPr>
          <p:cNvPr id="3" name="Subtitle 2">
            <a:extLst>
              <a:ext uri="{FF2B5EF4-FFF2-40B4-BE49-F238E27FC236}">
                <a16:creationId xmlns:a16="http://schemas.microsoft.com/office/drawing/2014/main" id="{59758E15-A93D-4FB9-843D-1490E27A151B}"/>
              </a:ext>
            </a:extLst>
          </p:cNvPr>
          <p:cNvSpPr>
            <a:spLocks noGrp="1"/>
          </p:cNvSpPr>
          <p:nvPr>
            <p:ph type="subTitle" idx="1"/>
          </p:nvPr>
        </p:nvSpPr>
        <p:spPr>
          <a:xfrm>
            <a:off x="612648" y="3758183"/>
            <a:ext cx="10954512" cy="1307592"/>
          </a:xfrm>
        </p:spPr>
        <p:txBody>
          <a:bodyPr>
            <a:noAutofit/>
          </a:bodyPr>
          <a:lstStyle>
            <a:lvl1pPr marL="0" indent="0" algn="ctr">
              <a:buNone/>
              <a:defRPr sz="3200" b="0" cap="all" baseline="0">
                <a:solidFill>
                  <a:schemeClr val="accent2">
                    <a:lumMod val="25000"/>
                  </a:schemeClr>
                </a:solidFill>
                <a:latin typeface="+mn-lt"/>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noProof="0"/>
              <a:t>Click to edit Master subtitle style</a:t>
            </a:r>
            <a:endParaRPr lang="en-US" noProof="0" dirty="0"/>
          </a:p>
        </p:txBody>
      </p:sp>
    </p:spTree>
    <p:extLst>
      <p:ext uri="{BB962C8B-B14F-4D97-AF65-F5344CB8AC3E}">
        <p14:creationId xmlns:p14="http://schemas.microsoft.com/office/powerpoint/2010/main" val="3388496270"/>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01">
    <p:bg>
      <p:bgPr>
        <a:gradFill>
          <a:gsLst>
            <a:gs pos="33000">
              <a:schemeClr val="bg2"/>
            </a:gs>
            <a:gs pos="59000">
              <a:schemeClr val="tx2">
                <a:lumMod val="90000"/>
                <a:alpha val="65163"/>
              </a:schemeClr>
            </a:gs>
          </a:gsLst>
          <a:lin ang="7800000" scaled="0"/>
        </a:gra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657BD59-35CC-9BB3-8621-6FA3356F81AA}"/>
              </a:ext>
            </a:extLst>
          </p:cNvPr>
          <p:cNvSpPr>
            <a:spLocks noGrp="1"/>
          </p:cNvSpPr>
          <p:nvPr>
            <p:ph type="title"/>
          </p:nvPr>
        </p:nvSpPr>
        <p:spPr>
          <a:xfrm>
            <a:off x="1078992" y="850392"/>
            <a:ext cx="3913632" cy="4800600"/>
          </a:xfrm>
        </p:spPr>
        <p:txBody>
          <a:bodyPr/>
          <a:lstStyle>
            <a:lvl1pPr>
              <a:defRPr>
                <a:solidFill>
                  <a:schemeClr val="accent2">
                    <a:lumMod val="25000"/>
                  </a:schemeClr>
                </a:solidFill>
                <a:latin typeface="+mj-lt"/>
              </a:defRPr>
            </a:lvl1pPr>
          </a:lstStyle>
          <a:p>
            <a:r>
              <a:rPr lang="en-US"/>
              <a:t>Click to edit Master title style</a:t>
            </a:r>
            <a:endParaRPr lang="en-US" dirty="0"/>
          </a:p>
        </p:txBody>
      </p:sp>
      <p:sp>
        <p:nvSpPr>
          <p:cNvPr id="3" name="Content Placeholder 2">
            <a:extLst>
              <a:ext uri="{FF2B5EF4-FFF2-40B4-BE49-F238E27FC236}">
                <a16:creationId xmlns:a16="http://schemas.microsoft.com/office/drawing/2014/main" id="{A772710C-A212-1B12-06CD-FA2A14F89D68}"/>
              </a:ext>
            </a:extLst>
          </p:cNvPr>
          <p:cNvSpPr>
            <a:spLocks noGrp="1"/>
          </p:cNvSpPr>
          <p:nvPr>
            <p:ph idx="1"/>
          </p:nvPr>
        </p:nvSpPr>
        <p:spPr>
          <a:xfrm>
            <a:off x="5358384" y="1965960"/>
            <a:ext cx="4050792" cy="2953512"/>
          </a:xfrm>
        </p:spPr>
        <p:txBody>
          <a:bodyPr anchor="ctr" anchorCtr="0"/>
          <a:lstStyle>
            <a:lvl1pPr>
              <a:defRPr cap="all" baseline="0">
                <a:solidFill>
                  <a:schemeClr val="accent2">
                    <a:lumMod val="25000"/>
                  </a:schemeClr>
                </a:solidFill>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a:extLst>
              <a:ext uri="{FF2B5EF4-FFF2-40B4-BE49-F238E27FC236}">
                <a16:creationId xmlns:a16="http://schemas.microsoft.com/office/drawing/2014/main" id="{8C56EB0F-63C8-5F75-A333-3413A9DC6F76}"/>
              </a:ext>
            </a:extLst>
          </p:cNvPr>
          <p:cNvSpPr>
            <a:spLocks noGrp="1"/>
          </p:cNvSpPr>
          <p:nvPr>
            <p:ph type="dt" sz="half" idx="10"/>
          </p:nvPr>
        </p:nvSpPr>
        <p:spPr/>
        <p:txBody>
          <a:bodyPr/>
          <a:lstStyle/>
          <a:p>
            <a:r>
              <a:rPr lang="en-US" dirty="0"/>
              <a:t>8/6/20XX</a:t>
            </a:r>
          </a:p>
        </p:txBody>
      </p:sp>
      <p:sp>
        <p:nvSpPr>
          <p:cNvPr id="5" name="Footer Placeholder 4">
            <a:extLst>
              <a:ext uri="{FF2B5EF4-FFF2-40B4-BE49-F238E27FC236}">
                <a16:creationId xmlns:a16="http://schemas.microsoft.com/office/drawing/2014/main" id="{4D4DE333-25B4-E092-1CC4-C3D20BA25168}"/>
              </a:ext>
            </a:extLst>
          </p:cNvPr>
          <p:cNvSpPr>
            <a:spLocks noGrp="1"/>
          </p:cNvSpPr>
          <p:nvPr>
            <p:ph type="ftr" sz="quarter" idx="11"/>
          </p:nvPr>
        </p:nvSpPr>
        <p:spPr/>
        <p:txBody>
          <a:bodyPr/>
          <a:lstStyle/>
          <a:p>
            <a:endParaRPr lang="en-US" dirty="0"/>
          </a:p>
        </p:txBody>
      </p:sp>
      <p:sp>
        <p:nvSpPr>
          <p:cNvPr id="6" name="Slide Number Placeholder 5">
            <a:extLst>
              <a:ext uri="{FF2B5EF4-FFF2-40B4-BE49-F238E27FC236}">
                <a16:creationId xmlns:a16="http://schemas.microsoft.com/office/drawing/2014/main" id="{8F1AF200-E81F-A326-0EDB-4B93C71D9BF4}"/>
              </a:ext>
            </a:extLst>
          </p:cNvPr>
          <p:cNvSpPr>
            <a:spLocks noGrp="1"/>
          </p:cNvSpPr>
          <p:nvPr>
            <p:ph type="sldNum" sz="quarter" idx="12"/>
          </p:nvPr>
        </p:nvSpPr>
        <p:spPr/>
        <p:txBody>
          <a:bodyPr/>
          <a:lstStyle/>
          <a:p>
            <a:fld id="{CBD12358-51D2-46B3-9BDE-DF29528B9454}" type="slidenum">
              <a:rPr lang="en-US" smtClean="0"/>
              <a:t>‹#›</a:t>
            </a:fld>
            <a:endParaRPr lang="en-US" dirty="0"/>
          </a:p>
        </p:txBody>
      </p:sp>
      <p:sp>
        <p:nvSpPr>
          <p:cNvPr id="7" name="Rounded Rectangle 4">
            <a:extLst>
              <a:ext uri="{FF2B5EF4-FFF2-40B4-BE49-F238E27FC236}">
                <a16:creationId xmlns:a16="http://schemas.microsoft.com/office/drawing/2014/main" id="{906EB944-76A9-6F98-104E-59CD34F5CF94}"/>
              </a:ext>
            </a:extLst>
          </p:cNvPr>
          <p:cNvSpPr/>
          <p:nvPr userDrawn="1"/>
        </p:nvSpPr>
        <p:spPr>
          <a:xfrm>
            <a:off x="256674" y="256674"/>
            <a:ext cx="11678651" cy="6352673"/>
          </a:xfrm>
          <a:prstGeom prst="roundRect">
            <a:avLst>
              <a:gd name="adj" fmla="val 4303"/>
            </a:avLst>
          </a:prstGeom>
          <a:noFill/>
          <a:ln w="1905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pic>
        <p:nvPicPr>
          <p:cNvPr id="11" name="Picture 7">
            <a:extLst>
              <a:ext uri="{FF2B5EF4-FFF2-40B4-BE49-F238E27FC236}">
                <a16:creationId xmlns:a16="http://schemas.microsoft.com/office/drawing/2014/main" id="{898C8E3F-6992-0D8A-CCA1-3DD2C147AA81}"/>
              </a:ext>
            </a:extLst>
          </p:cNvPr>
          <p:cNvPicPr>
            <a:picLocks noChangeAspect="1"/>
          </p:cNvPicPr>
          <p:nvPr userDrawn="1"/>
        </p:nvPicPr>
        <p:blipFill rotWithShape="1">
          <a:blip r:embed="rId2">
            <a:extLst>
              <a:ext uri="{96DAC541-7B7A-43D3-8B79-37D633B846F1}">
                <asvg:svgBlip xmlns:asvg="http://schemas.microsoft.com/office/drawing/2016/SVG/main" r:embed="rId3"/>
              </a:ext>
            </a:extLst>
          </a:blip>
          <a:srcRect t="14756"/>
          <a:stretch/>
        </p:blipFill>
        <p:spPr>
          <a:xfrm>
            <a:off x="8853067" y="1"/>
            <a:ext cx="1875091" cy="1605320"/>
          </a:xfrm>
          <a:prstGeom prst="rect">
            <a:avLst/>
          </a:prstGeom>
        </p:spPr>
      </p:pic>
      <p:pic>
        <p:nvPicPr>
          <p:cNvPr id="13" name="Picture 7">
            <a:extLst>
              <a:ext uri="{FF2B5EF4-FFF2-40B4-BE49-F238E27FC236}">
                <a16:creationId xmlns:a16="http://schemas.microsoft.com/office/drawing/2014/main" id="{4417AC45-4CB7-72E8-3723-B1A3D81FB6EF}"/>
              </a:ext>
            </a:extLst>
          </p:cNvPr>
          <p:cNvPicPr>
            <a:picLocks noChangeAspect="1"/>
          </p:cNvPicPr>
          <p:nvPr userDrawn="1"/>
        </p:nvPicPr>
        <p:blipFill>
          <a:blip r:embed="rId2">
            <a:extLst>
              <a:ext uri="{96DAC541-7B7A-43D3-8B79-37D633B846F1}">
                <asvg:svgBlip xmlns:asvg="http://schemas.microsoft.com/office/drawing/2016/SVG/main" r:embed="rId3"/>
              </a:ext>
            </a:extLst>
          </a:blip>
          <a:srcRect/>
          <a:stretch/>
        </p:blipFill>
        <p:spPr>
          <a:xfrm>
            <a:off x="713775" y="5533690"/>
            <a:ext cx="493392" cy="495528"/>
          </a:xfrm>
          <a:prstGeom prst="rect">
            <a:avLst/>
          </a:prstGeom>
        </p:spPr>
      </p:pic>
      <p:pic>
        <p:nvPicPr>
          <p:cNvPr id="15" name="Graphic 14">
            <a:extLst>
              <a:ext uri="{FF2B5EF4-FFF2-40B4-BE49-F238E27FC236}">
                <a16:creationId xmlns:a16="http://schemas.microsoft.com/office/drawing/2014/main" id="{AE5941EF-B160-313A-DA99-73C86EDC4C17}"/>
              </a:ext>
            </a:extLst>
          </p:cNvPr>
          <p:cNvPicPr>
            <a:picLocks noChangeAspect="1"/>
          </p:cNvPicPr>
          <p:nvPr userDrawn="1"/>
        </p:nvPicPr>
        <p:blipFill rotWithShape="1">
          <a:blip r:embed="rId4">
            <a:extLst>
              <a:ext uri="{96DAC541-7B7A-43D3-8B79-37D633B846F1}">
                <asvg:svgBlip xmlns:asvg="http://schemas.microsoft.com/office/drawing/2016/SVG/main" r:embed="rId5"/>
              </a:ext>
            </a:extLst>
          </a:blip>
          <a:srcRect r="46794"/>
          <a:stretch/>
        </p:blipFill>
        <p:spPr>
          <a:xfrm>
            <a:off x="10316909" y="2723673"/>
            <a:ext cx="1875091" cy="3600981"/>
          </a:xfrm>
          <a:prstGeom prst="rect">
            <a:avLst/>
          </a:prstGeom>
        </p:spPr>
      </p:pic>
      <p:pic>
        <p:nvPicPr>
          <p:cNvPr id="17" name="Graphic 16">
            <a:extLst>
              <a:ext uri="{FF2B5EF4-FFF2-40B4-BE49-F238E27FC236}">
                <a16:creationId xmlns:a16="http://schemas.microsoft.com/office/drawing/2014/main" id="{EEC16221-5852-F1A3-24D1-8EF5E907173A}"/>
              </a:ext>
            </a:extLst>
          </p:cNvPr>
          <p:cNvPicPr>
            <a:picLocks noChangeAspect="1"/>
          </p:cNvPicPr>
          <p:nvPr userDrawn="1"/>
        </p:nvPicPr>
        <p:blipFill rotWithShape="1">
          <a:blip r:embed="rId4">
            <a:extLst>
              <a:ext uri="{96DAC541-7B7A-43D3-8B79-37D633B846F1}">
                <asvg:svgBlip xmlns:asvg="http://schemas.microsoft.com/office/drawing/2016/SVG/main" r:embed="rId5"/>
              </a:ext>
            </a:extLst>
          </a:blip>
          <a:srcRect b="41791"/>
          <a:stretch/>
        </p:blipFill>
        <p:spPr>
          <a:xfrm>
            <a:off x="3497179" y="6324654"/>
            <a:ext cx="910220" cy="541368"/>
          </a:xfrm>
          <a:prstGeom prst="rect">
            <a:avLst/>
          </a:prstGeom>
        </p:spPr>
      </p:pic>
      <p:pic>
        <p:nvPicPr>
          <p:cNvPr id="19" name="Graphic 18">
            <a:extLst>
              <a:ext uri="{FF2B5EF4-FFF2-40B4-BE49-F238E27FC236}">
                <a16:creationId xmlns:a16="http://schemas.microsoft.com/office/drawing/2014/main" id="{5D8B34C3-E35E-0B4E-1F8E-59C449A3C8DD}"/>
              </a:ext>
            </a:extLst>
          </p:cNvPr>
          <p:cNvPicPr>
            <a:picLocks noChangeAspect="1"/>
          </p:cNvPicPr>
          <p:nvPr userDrawn="1"/>
        </p:nvPicPr>
        <p:blipFill rotWithShape="1">
          <a:blip r:embed="rId6">
            <a:extLst>
              <a:ext uri="{96DAC541-7B7A-43D3-8B79-37D633B846F1}">
                <asvg:svgBlip xmlns:asvg="http://schemas.microsoft.com/office/drawing/2016/SVG/main" r:embed="rId7"/>
              </a:ext>
            </a:extLst>
          </a:blip>
          <a:srcRect t="31904"/>
          <a:stretch/>
        </p:blipFill>
        <p:spPr>
          <a:xfrm>
            <a:off x="1601212" y="0"/>
            <a:ext cx="1032928" cy="718708"/>
          </a:xfrm>
          <a:prstGeom prst="rect">
            <a:avLst/>
          </a:prstGeom>
        </p:spPr>
      </p:pic>
    </p:spTree>
    <p:extLst>
      <p:ext uri="{BB962C8B-B14F-4D97-AF65-F5344CB8AC3E}">
        <p14:creationId xmlns:p14="http://schemas.microsoft.com/office/powerpoint/2010/main" val="365785559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Section break 01">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051FEFCE-5DDA-D353-F1BF-36752F5F079A}"/>
              </a:ext>
            </a:extLst>
          </p:cNvPr>
          <p:cNvPicPr>
            <a:picLocks noChangeAspect="1"/>
          </p:cNvPicPr>
          <p:nvPr userDrawn="1"/>
        </p:nvPicPr>
        <p:blipFill>
          <a:blip r:embed="rId2"/>
          <a:srcRect/>
          <a:stretch/>
        </p:blipFill>
        <p:spPr>
          <a:xfrm>
            <a:off x="0" y="2917"/>
            <a:ext cx="12197191" cy="6855082"/>
          </a:xfrm>
          <a:prstGeom prst="rect">
            <a:avLst/>
          </a:prstGeom>
        </p:spPr>
      </p:pic>
      <p:sp>
        <p:nvSpPr>
          <p:cNvPr id="2" name="Title 1">
            <a:extLst>
              <a:ext uri="{FF2B5EF4-FFF2-40B4-BE49-F238E27FC236}">
                <a16:creationId xmlns:a16="http://schemas.microsoft.com/office/drawing/2014/main" id="{2456FD49-C258-4333-9422-358C976A341C}"/>
              </a:ext>
            </a:extLst>
          </p:cNvPr>
          <p:cNvSpPr>
            <a:spLocks noGrp="1"/>
          </p:cNvSpPr>
          <p:nvPr>
            <p:ph type="ctrTitle"/>
          </p:nvPr>
        </p:nvSpPr>
        <p:spPr>
          <a:xfrm>
            <a:off x="877824" y="1325880"/>
            <a:ext cx="10460736" cy="2286000"/>
          </a:xfrm>
        </p:spPr>
        <p:txBody>
          <a:bodyPr anchor="b">
            <a:noAutofit/>
          </a:bodyPr>
          <a:lstStyle>
            <a:lvl1pPr algn="ctr">
              <a:defRPr sz="6600" b="1" i="0" cap="none" spc="-150" baseline="0">
                <a:solidFill>
                  <a:schemeClr val="accent2">
                    <a:lumMod val="25000"/>
                  </a:schemeClr>
                </a:solidFill>
                <a:latin typeface="+mj-lt"/>
              </a:defRPr>
            </a:lvl1pPr>
          </a:lstStyle>
          <a:p>
            <a:r>
              <a:rPr lang="en-US" noProof="0"/>
              <a:t>Click to edit Master title style</a:t>
            </a:r>
            <a:endParaRPr lang="en-US" noProof="0" dirty="0"/>
          </a:p>
        </p:txBody>
      </p:sp>
      <p:sp>
        <p:nvSpPr>
          <p:cNvPr id="3" name="Subtitle 2">
            <a:extLst>
              <a:ext uri="{FF2B5EF4-FFF2-40B4-BE49-F238E27FC236}">
                <a16:creationId xmlns:a16="http://schemas.microsoft.com/office/drawing/2014/main" id="{59758E15-A93D-4FB9-843D-1490E27A151B}"/>
              </a:ext>
            </a:extLst>
          </p:cNvPr>
          <p:cNvSpPr>
            <a:spLocks noGrp="1"/>
          </p:cNvSpPr>
          <p:nvPr>
            <p:ph type="subTitle" idx="1"/>
          </p:nvPr>
        </p:nvSpPr>
        <p:spPr>
          <a:xfrm>
            <a:off x="877824" y="3749040"/>
            <a:ext cx="10460736" cy="2286000"/>
          </a:xfrm>
        </p:spPr>
        <p:txBody>
          <a:bodyPr>
            <a:noAutofit/>
          </a:bodyPr>
          <a:lstStyle>
            <a:lvl1pPr marL="0" indent="0" algn="ctr">
              <a:buNone/>
              <a:defRPr sz="3200" b="0" cap="all" baseline="0">
                <a:solidFill>
                  <a:schemeClr val="accent2">
                    <a:lumMod val="25000"/>
                  </a:schemeClr>
                </a:solidFill>
                <a:latin typeface="+mn-lt"/>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noProof="0"/>
              <a:t>Click to edit Master subtitle style</a:t>
            </a:r>
            <a:endParaRPr lang="en-US" noProof="0" dirty="0"/>
          </a:p>
        </p:txBody>
      </p:sp>
    </p:spTree>
    <p:extLst>
      <p:ext uri="{BB962C8B-B14F-4D97-AF65-F5344CB8AC3E}">
        <p14:creationId xmlns:p14="http://schemas.microsoft.com/office/powerpoint/2010/main" val="1502723417"/>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obj" preserve="1">
  <p:cSld name="Title and content 02">
    <p:bg>
      <p:bgPr>
        <a:gradFill>
          <a:gsLst>
            <a:gs pos="33000">
              <a:schemeClr val="bg2"/>
            </a:gs>
            <a:gs pos="59000">
              <a:schemeClr val="tx2">
                <a:lumMod val="90000"/>
                <a:alpha val="65163"/>
              </a:schemeClr>
            </a:gs>
          </a:gsLst>
          <a:lin ang="19200000" scaled="0"/>
        </a:gradFill>
        <a:effectLst/>
      </p:bgPr>
    </p:bg>
    <p:spTree>
      <p:nvGrpSpPr>
        <p:cNvPr id="1" name=""/>
        <p:cNvGrpSpPr/>
        <p:nvPr/>
      </p:nvGrpSpPr>
      <p:grpSpPr>
        <a:xfrm>
          <a:off x="0" y="0"/>
          <a:ext cx="0" cy="0"/>
          <a:chOff x="0" y="0"/>
          <a:chExt cx="0" cy="0"/>
        </a:xfrm>
      </p:grpSpPr>
      <p:sp>
        <p:nvSpPr>
          <p:cNvPr id="7" name="Rounded Rectangle 3">
            <a:extLst>
              <a:ext uri="{FF2B5EF4-FFF2-40B4-BE49-F238E27FC236}">
                <a16:creationId xmlns:a16="http://schemas.microsoft.com/office/drawing/2014/main" id="{B6718ABD-4EA5-E3C5-0225-F6671DCA53AD}"/>
              </a:ext>
            </a:extLst>
          </p:cNvPr>
          <p:cNvSpPr/>
          <p:nvPr userDrawn="1"/>
        </p:nvSpPr>
        <p:spPr>
          <a:xfrm>
            <a:off x="256674" y="256674"/>
            <a:ext cx="11678651" cy="6352673"/>
          </a:xfrm>
          <a:prstGeom prst="roundRect">
            <a:avLst>
              <a:gd name="adj" fmla="val 4303"/>
            </a:avLst>
          </a:prstGeom>
          <a:noFill/>
          <a:ln w="1905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pic>
        <p:nvPicPr>
          <p:cNvPr id="8" name="Graphic 7">
            <a:extLst>
              <a:ext uri="{FF2B5EF4-FFF2-40B4-BE49-F238E27FC236}">
                <a16:creationId xmlns:a16="http://schemas.microsoft.com/office/drawing/2014/main" id="{D721A955-CA2D-A65D-6E60-DAAAA4ACFA38}"/>
              </a:ext>
            </a:extLst>
          </p:cNvPr>
          <p:cNvPicPr>
            <a:picLocks noChangeAspect="1"/>
          </p:cNvPicPr>
          <p:nvPr userDrawn="1"/>
        </p:nvPicPr>
        <p:blipFill rotWithShape="1">
          <a:blip r:embed="rId2">
            <a:extLst>
              <a:ext uri="{96DAC541-7B7A-43D3-8B79-37D633B846F1}">
                <asvg:svgBlip xmlns:asvg="http://schemas.microsoft.com/office/drawing/2016/SVG/main" r:embed="rId3"/>
              </a:ext>
            </a:extLst>
          </a:blip>
          <a:srcRect l="31050"/>
          <a:stretch/>
        </p:blipFill>
        <p:spPr>
          <a:xfrm>
            <a:off x="0" y="2887579"/>
            <a:ext cx="2432421" cy="3604662"/>
          </a:xfrm>
          <a:prstGeom prst="rect">
            <a:avLst/>
          </a:prstGeom>
        </p:spPr>
      </p:pic>
      <p:pic>
        <p:nvPicPr>
          <p:cNvPr id="9" name="Graphic 8">
            <a:extLst>
              <a:ext uri="{FF2B5EF4-FFF2-40B4-BE49-F238E27FC236}">
                <a16:creationId xmlns:a16="http://schemas.microsoft.com/office/drawing/2014/main" id="{AB70155A-604C-AD00-BE69-4505C75CE01B}"/>
              </a:ext>
            </a:extLst>
          </p:cNvPr>
          <p:cNvPicPr>
            <a:picLocks noChangeAspect="1"/>
          </p:cNvPicPr>
          <p:nvPr userDrawn="1"/>
        </p:nvPicPr>
        <p:blipFill rotWithShape="1">
          <a:blip r:embed="rId4">
            <a:extLst>
              <a:ext uri="{96DAC541-7B7A-43D3-8B79-37D633B846F1}">
                <asvg:svgBlip xmlns:asvg="http://schemas.microsoft.com/office/drawing/2016/SVG/main" r:embed="rId5"/>
              </a:ext>
            </a:extLst>
          </a:blip>
          <a:srcRect t="15874" b="-1"/>
          <a:stretch/>
        </p:blipFill>
        <p:spPr>
          <a:xfrm rot="5400000">
            <a:off x="11281284" y="2493882"/>
            <a:ext cx="1032928" cy="887899"/>
          </a:xfrm>
          <a:prstGeom prst="rect">
            <a:avLst/>
          </a:prstGeom>
        </p:spPr>
      </p:pic>
      <p:pic>
        <p:nvPicPr>
          <p:cNvPr id="10" name="Graphic 9">
            <a:extLst>
              <a:ext uri="{FF2B5EF4-FFF2-40B4-BE49-F238E27FC236}">
                <a16:creationId xmlns:a16="http://schemas.microsoft.com/office/drawing/2014/main" id="{F74D1084-EF5E-D016-13E0-1840BDFFD0AE}"/>
              </a:ext>
            </a:extLst>
          </p:cNvPr>
          <p:cNvPicPr>
            <a:picLocks noChangeAspect="1"/>
          </p:cNvPicPr>
          <p:nvPr userDrawn="1"/>
        </p:nvPicPr>
        <p:blipFill rotWithShape="1">
          <a:blip r:embed="rId6">
            <a:extLst>
              <a:ext uri="{96DAC541-7B7A-43D3-8B79-37D633B846F1}">
                <asvg:svgBlip xmlns:asvg="http://schemas.microsoft.com/office/drawing/2016/SVG/main" r:embed="rId7"/>
              </a:ext>
            </a:extLst>
          </a:blip>
          <a:srcRect b="-880"/>
          <a:stretch/>
        </p:blipFill>
        <p:spPr>
          <a:xfrm>
            <a:off x="9897978" y="5987153"/>
            <a:ext cx="490012" cy="505088"/>
          </a:xfrm>
          <a:prstGeom prst="rect">
            <a:avLst/>
          </a:prstGeom>
        </p:spPr>
      </p:pic>
      <p:sp>
        <p:nvSpPr>
          <p:cNvPr id="2" name="Title 1">
            <a:extLst>
              <a:ext uri="{FF2B5EF4-FFF2-40B4-BE49-F238E27FC236}">
                <a16:creationId xmlns:a16="http://schemas.microsoft.com/office/drawing/2014/main" id="{F657BD59-35CC-9BB3-8621-6FA3356F81AA}"/>
              </a:ext>
            </a:extLst>
          </p:cNvPr>
          <p:cNvSpPr>
            <a:spLocks noGrp="1"/>
          </p:cNvSpPr>
          <p:nvPr>
            <p:ph type="title"/>
          </p:nvPr>
        </p:nvSpPr>
        <p:spPr>
          <a:xfrm>
            <a:off x="1078992" y="365760"/>
            <a:ext cx="10277856" cy="1655064"/>
          </a:xfrm>
        </p:spPr>
        <p:txBody>
          <a:bodyPr anchor="b"/>
          <a:lstStyle>
            <a:lvl1pPr>
              <a:defRPr>
                <a:latin typeface="+mj-lt"/>
              </a:defRPr>
            </a:lvl1pPr>
          </a:lstStyle>
          <a:p>
            <a:r>
              <a:rPr lang="en-US"/>
              <a:t>Click to edit Master title style</a:t>
            </a:r>
          </a:p>
        </p:txBody>
      </p:sp>
      <p:sp>
        <p:nvSpPr>
          <p:cNvPr id="3" name="Content Placeholder 2">
            <a:extLst>
              <a:ext uri="{FF2B5EF4-FFF2-40B4-BE49-F238E27FC236}">
                <a16:creationId xmlns:a16="http://schemas.microsoft.com/office/drawing/2014/main" id="{A772710C-A212-1B12-06CD-FA2A14F89D68}"/>
              </a:ext>
            </a:extLst>
          </p:cNvPr>
          <p:cNvSpPr>
            <a:spLocks noGrp="1"/>
          </p:cNvSpPr>
          <p:nvPr>
            <p:ph idx="1"/>
          </p:nvPr>
        </p:nvSpPr>
        <p:spPr>
          <a:xfrm>
            <a:off x="3575304" y="2313432"/>
            <a:ext cx="6327648" cy="3218688"/>
          </a:xfrm>
        </p:spPr>
        <p:txBody>
          <a:bodyPr anchor="ctr" anchorCtr="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a:extLst>
              <a:ext uri="{FF2B5EF4-FFF2-40B4-BE49-F238E27FC236}">
                <a16:creationId xmlns:a16="http://schemas.microsoft.com/office/drawing/2014/main" id="{8C56EB0F-63C8-5F75-A333-3413A9DC6F76}"/>
              </a:ext>
            </a:extLst>
          </p:cNvPr>
          <p:cNvSpPr>
            <a:spLocks noGrp="1"/>
          </p:cNvSpPr>
          <p:nvPr>
            <p:ph type="dt" sz="half" idx="10"/>
          </p:nvPr>
        </p:nvSpPr>
        <p:spPr/>
        <p:txBody>
          <a:bodyPr/>
          <a:lstStyle/>
          <a:p>
            <a:r>
              <a:rPr lang="en-US" dirty="0"/>
              <a:t>8/6/20XX</a:t>
            </a:r>
          </a:p>
        </p:txBody>
      </p:sp>
      <p:sp>
        <p:nvSpPr>
          <p:cNvPr id="5" name="Footer Placeholder 4">
            <a:extLst>
              <a:ext uri="{FF2B5EF4-FFF2-40B4-BE49-F238E27FC236}">
                <a16:creationId xmlns:a16="http://schemas.microsoft.com/office/drawing/2014/main" id="{4D4DE333-25B4-E092-1CC4-C3D20BA25168}"/>
              </a:ext>
            </a:extLst>
          </p:cNvPr>
          <p:cNvSpPr>
            <a:spLocks noGrp="1"/>
          </p:cNvSpPr>
          <p:nvPr>
            <p:ph type="ftr" sz="quarter" idx="11"/>
          </p:nvPr>
        </p:nvSpPr>
        <p:spPr/>
        <p:txBody>
          <a:bodyPr/>
          <a:lstStyle/>
          <a:p>
            <a:endParaRPr lang="en-US" dirty="0"/>
          </a:p>
        </p:txBody>
      </p:sp>
      <p:sp>
        <p:nvSpPr>
          <p:cNvPr id="6" name="Slide Number Placeholder 5">
            <a:extLst>
              <a:ext uri="{FF2B5EF4-FFF2-40B4-BE49-F238E27FC236}">
                <a16:creationId xmlns:a16="http://schemas.microsoft.com/office/drawing/2014/main" id="{8F1AF200-E81F-A326-0EDB-4B93C71D9BF4}"/>
              </a:ext>
            </a:extLst>
          </p:cNvPr>
          <p:cNvSpPr>
            <a:spLocks noGrp="1"/>
          </p:cNvSpPr>
          <p:nvPr>
            <p:ph type="sldNum" sz="quarter" idx="12"/>
          </p:nvPr>
        </p:nvSpPr>
        <p:spPr/>
        <p:txBody>
          <a:bodyPr/>
          <a:lstStyle/>
          <a:p>
            <a:fld id="{CBD12358-51D2-46B3-9BDE-DF29528B9454}" type="slidenum">
              <a:rPr lang="en-US" smtClean="0"/>
              <a:t>‹#›</a:t>
            </a:fld>
            <a:endParaRPr lang="en-US" dirty="0"/>
          </a:p>
        </p:txBody>
      </p:sp>
    </p:spTree>
    <p:extLst>
      <p:ext uri="{BB962C8B-B14F-4D97-AF65-F5344CB8AC3E}">
        <p14:creationId xmlns:p14="http://schemas.microsoft.com/office/powerpoint/2010/main" val="88903267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Section break 02">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5E1B9A11-4222-BB4A-66D3-D37C79AC57C1}"/>
              </a:ext>
            </a:extLst>
          </p:cNvPr>
          <p:cNvPicPr>
            <a:picLocks noChangeAspect="1"/>
          </p:cNvPicPr>
          <p:nvPr userDrawn="1"/>
        </p:nvPicPr>
        <p:blipFill rotWithShape="1">
          <a:blip r:embed="rId2"/>
          <a:srcRect l="-1" r="21" b="21"/>
          <a:stretch/>
        </p:blipFill>
        <p:spPr>
          <a:xfrm>
            <a:off x="-2595" y="1459"/>
            <a:ext cx="12197191" cy="6855082"/>
          </a:xfrm>
          <a:prstGeom prst="rect">
            <a:avLst/>
          </a:prstGeom>
        </p:spPr>
      </p:pic>
      <p:sp>
        <p:nvSpPr>
          <p:cNvPr id="2" name="Title 1">
            <a:extLst>
              <a:ext uri="{FF2B5EF4-FFF2-40B4-BE49-F238E27FC236}">
                <a16:creationId xmlns:a16="http://schemas.microsoft.com/office/drawing/2014/main" id="{2456FD49-C258-4333-9422-358C976A341C}"/>
              </a:ext>
            </a:extLst>
          </p:cNvPr>
          <p:cNvSpPr>
            <a:spLocks noGrp="1"/>
          </p:cNvSpPr>
          <p:nvPr>
            <p:ph type="ctrTitle"/>
          </p:nvPr>
        </p:nvSpPr>
        <p:spPr>
          <a:xfrm>
            <a:off x="4654296" y="27432"/>
            <a:ext cx="7004304" cy="3566160"/>
          </a:xfrm>
        </p:spPr>
        <p:txBody>
          <a:bodyPr anchor="b">
            <a:noAutofit/>
          </a:bodyPr>
          <a:lstStyle>
            <a:lvl1pPr algn="ctr">
              <a:defRPr sz="6000" b="1" i="0" cap="none" spc="-150" baseline="0">
                <a:solidFill>
                  <a:schemeClr val="accent2">
                    <a:lumMod val="25000"/>
                  </a:schemeClr>
                </a:solidFill>
                <a:latin typeface="+mj-lt"/>
              </a:defRPr>
            </a:lvl1pPr>
          </a:lstStyle>
          <a:p>
            <a:r>
              <a:rPr lang="en-US" noProof="0"/>
              <a:t>Click to edit Master title style</a:t>
            </a:r>
            <a:endParaRPr lang="en-US" noProof="0" dirty="0"/>
          </a:p>
        </p:txBody>
      </p:sp>
      <p:sp>
        <p:nvSpPr>
          <p:cNvPr id="3" name="Subtitle 2">
            <a:extLst>
              <a:ext uri="{FF2B5EF4-FFF2-40B4-BE49-F238E27FC236}">
                <a16:creationId xmlns:a16="http://schemas.microsoft.com/office/drawing/2014/main" id="{59758E15-A93D-4FB9-843D-1490E27A151B}"/>
              </a:ext>
            </a:extLst>
          </p:cNvPr>
          <p:cNvSpPr>
            <a:spLocks noGrp="1"/>
          </p:cNvSpPr>
          <p:nvPr>
            <p:ph type="subTitle" idx="1"/>
          </p:nvPr>
        </p:nvSpPr>
        <p:spPr>
          <a:xfrm>
            <a:off x="4654295" y="3767328"/>
            <a:ext cx="7004303" cy="1161288"/>
          </a:xfrm>
        </p:spPr>
        <p:txBody>
          <a:bodyPr>
            <a:noAutofit/>
          </a:bodyPr>
          <a:lstStyle>
            <a:lvl1pPr marL="0" indent="0" algn="ctr">
              <a:buNone/>
              <a:defRPr sz="3200" b="0" cap="all" baseline="0">
                <a:solidFill>
                  <a:schemeClr val="accent2">
                    <a:lumMod val="25000"/>
                  </a:schemeClr>
                </a:solidFill>
                <a:latin typeface="+mn-lt"/>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noProof="0"/>
              <a:t>Click to edit Master subtitle style</a:t>
            </a:r>
            <a:endParaRPr lang="en-US" noProof="0" dirty="0"/>
          </a:p>
        </p:txBody>
      </p:sp>
    </p:spTree>
    <p:extLst>
      <p:ext uri="{BB962C8B-B14F-4D97-AF65-F5344CB8AC3E}">
        <p14:creationId xmlns:p14="http://schemas.microsoft.com/office/powerpoint/2010/main" val="3329623873"/>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Two content 01">
    <p:bg>
      <p:bgPr>
        <a:gradFill>
          <a:gsLst>
            <a:gs pos="33000">
              <a:schemeClr val="bg2"/>
            </a:gs>
            <a:gs pos="59000">
              <a:schemeClr val="tx2">
                <a:lumMod val="90000"/>
                <a:alpha val="65163"/>
              </a:schemeClr>
            </a:gs>
          </a:gsLst>
          <a:lin ang="21594000" scaled="0"/>
        </a:gradFill>
        <a:effectLst/>
      </p:bgPr>
    </p:bg>
    <p:spTree>
      <p:nvGrpSpPr>
        <p:cNvPr id="1" name=""/>
        <p:cNvGrpSpPr/>
        <p:nvPr/>
      </p:nvGrpSpPr>
      <p:grpSpPr>
        <a:xfrm>
          <a:off x="0" y="0"/>
          <a:ext cx="0" cy="0"/>
          <a:chOff x="0" y="0"/>
          <a:chExt cx="0" cy="0"/>
        </a:xfrm>
      </p:grpSpPr>
      <p:sp>
        <p:nvSpPr>
          <p:cNvPr id="11" name="Title 1">
            <a:extLst>
              <a:ext uri="{FF2B5EF4-FFF2-40B4-BE49-F238E27FC236}">
                <a16:creationId xmlns:a16="http://schemas.microsoft.com/office/drawing/2014/main" id="{772C86F9-080E-93F7-C7B1-F5BEAD84E36E}"/>
              </a:ext>
            </a:extLst>
          </p:cNvPr>
          <p:cNvSpPr>
            <a:spLocks noGrp="1"/>
          </p:cNvSpPr>
          <p:nvPr>
            <p:ph type="title"/>
          </p:nvPr>
        </p:nvSpPr>
        <p:spPr>
          <a:xfrm>
            <a:off x="1078992" y="365760"/>
            <a:ext cx="10506456" cy="1655064"/>
          </a:xfrm>
        </p:spPr>
        <p:txBody>
          <a:bodyPr anchor="b"/>
          <a:lstStyle>
            <a:lvl1pPr>
              <a:defRPr>
                <a:latin typeface="+mj-lt"/>
              </a:defRPr>
            </a:lvl1pPr>
          </a:lstStyle>
          <a:p>
            <a:r>
              <a:rPr lang="en-US"/>
              <a:t>Click to edit Master title style</a:t>
            </a:r>
          </a:p>
        </p:txBody>
      </p:sp>
      <p:sp>
        <p:nvSpPr>
          <p:cNvPr id="3" name="Content Placeholder 2">
            <a:extLst>
              <a:ext uri="{FF2B5EF4-FFF2-40B4-BE49-F238E27FC236}">
                <a16:creationId xmlns:a16="http://schemas.microsoft.com/office/drawing/2014/main" id="{0C813049-5F46-053E-6279-8183259649A6}"/>
              </a:ext>
            </a:extLst>
          </p:cNvPr>
          <p:cNvSpPr>
            <a:spLocks noGrp="1"/>
          </p:cNvSpPr>
          <p:nvPr>
            <p:ph sz="half" idx="1"/>
          </p:nvPr>
        </p:nvSpPr>
        <p:spPr>
          <a:xfrm>
            <a:off x="1097280" y="2432304"/>
            <a:ext cx="3108960" cy="341237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a:extLst>
              <a:ext uri="{FF2B5EF4-FFF2-40B4-BE49-F238E27FC236}">
                <a16:creationId xmlns:a16="http://schemas.microsoft.com/office/drawing/2014/main" id="{72DFB03A-367B-9ADA-8071-E22871EC115F}"/>
              </a:ext>
            </a:extLst>
          </p:cNvPr>
          <p:cNvSpPr>
            <a:spLocks noGrp="1"/>
          </p:cNvSpPr>
          <p:nvPr>
            <p:ph sz="half" idx="2"/>
          </p:nvPr>
        </p:nvSpPr>
        <p:spPr>
          <a:xfrm>
            <a:off x="4736592" y="1920240"/>
            <a:ext cx="6620256" cy="391363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C6CFCEB5-4092-FD13-478E-51CD74FDB82E}"/>
              </a:ext>
            </a:extLst>
          </p:cNvPr>
          <p:cNvSpPr>
            <a:spLocks noGrp="1"/>
          </p:cNvSpPr>
          <p:nvPr>
            <p:ph type="dt" sz="half" idx="10"/>
          </p:nvPr>
        </p:nvSpPr>
        <p:spPr/>
        <p:txBody>
          <a:bodyPr/>
          <a:lstStyle/>
          <a:p>
            <a:r>
              <a:rPr lang="en-US" dirty="0"/>
              <a:t>8/6/20XX</a:t>
            </a:r>
          </a:p>
        </p:txBody>
      </p:sp>
      <p:sp>
        <p:nvSpPr>
          <p:cNvPr id="6" name="Footer Placeholder 5">
            <a:extLst>
              <a:ext uri="{FF2B5EF4-FFF2-40B4-BE49-F238E27FC236}">
                <a16:creationId xmlns:a16="http://schemas.microsoft.com/office/drawing/2014/main" id="{5D077A4D-E7C0-912D-293F-D93F0CB5CA49}"/>
              </a:ext>
            </a:extLst>
          </p:cNvPr>
          <p:cNvSpPr>
            <a:spLocks noGrp="1"/>
          </p:cNvSpPr>
          <p:nvPr>
            <p:ph type="ftr" sz="quarter" idx="11"/>
          </p:nvPr>
        </p:nvSpPr>
        <p:spPr/>
        <p:txBody>
          <a:bodyPr/>
          <a:lstStyle/>
          <a:p>
            <a:endParaRPr lang="en-US" dirty="0"/>
          </a:p>
        </p:txBody>
      </p:sp>
      <p:sp>
        <p:nvSpPr>
          <p:cNvPr id="7" name="Slide Number Placeholder 6">
            <a:extLst>
              <a:ext uri="{FF2B5EF4-FFF2-40B4-BE49-F238E27FC236}">
                <a16:creationId xmlns:a16="http://schemas.microsoft.com/office/drawing/2014/main" id="{CA6AA9E1-334B-5F8F-8A92-67DD095F7838}"/>
              </a:ext>
            </a:extLst>
          </p:cNvPr>
          <p:cNvSpPr>
            <a:spLocks noGrp="1"/>
          </p:cNvSpPr>
          <p:nvPr>
            <p:ph type="sldNum" sz="quarter" idx="12"/>
          </p:nvPr>
        </p:nvSpPr>
        <p:spPr/>
        <p:txBody>
          <a:bodyPr/>
          <a:lstStyle/>
          <a:p>
            <a:fld id="{CBD12358-51D2-46B3-9BDE-DF29528B9454}" type="slidenum">
              <a:rPr lang="en-US" smtClean="0"/>
              <a:t>‹#›</a:t>
            </a:fld>
            <a:endParaRPr lang="en-US" dirty="0"/>
          </a:p>
        </p:txBody>
      </p:sp>
      <p:sp>
        <p:nvSpPr>
          <p:cNvPr id="12" name="Rounded Rectangle 11">
            <a:extLst>
              <a:ext uri="{FF2B5EF4-FFF2-40B4-BE49-F238E27FC236}">
                <a16:creationId xmlns:a16="http://schemas.microsoft.com/office/drawing/2014/main" id="{7FF98F94-8801-13BE-8EB4-01921AC196C8}"/>
              </a:ext>
            </a:extLst>
          </p:cNvPr>
          <p:cNvSpPr/>
          <p:nvPr userDrawn="1"/>
        </p:nvSpPr>
        <p:spPr>
          <a:xfrm>
            <a:off x="256674" y="256674"/>
            <a:ext cx="11678651" cy="6352673"/>
          </a:xfrm>
          <a:prstGeom prst="roundRect">
            <a:avLst>
              <a:gd name="adj" fmla="val 4303"/>
            </a:avLst>
          </a:prstGeom>
          <a:noFill/>
          <a:ln w="1905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pic>
        <p:nvPicPr>
          <p:cNvPr id="8" name="Graphic 7">
            <a:extLst>
              <a:ext uri="{FF2B5EF4-FFF2-40B4-BE49-F238E27FC236}">
                <a16:creationId xmlns:a16="http://schemas.microsoft.com/office/drawing/2014/main" id="{B7BF5718-9534-FD92-79D7-ECC66603E704}"/>
              </a:ext>
            </a:extLst>
          </p:cNvPr>
          <p:cNvPicPr>
            <a:picLocks noChangeAspect="1"/>
          </p:cNvPicPr>
          <p:nvPr userDrawn="1"/>
        </p:nvPicPr>
        <p:blipFill rotWithShape="1">
          <a:blip r:embed="rId2">
            <a:extLst>
              <a:ext uri="{96DAC541-7B7A-43D3-8B79-37D633B846F1}">
                <asvg:svgBlip xmlns:asvg="http://schemas.microsoft.com/office/drawing/2016/SVG/main" r:embed="rId3"/>
              </a:ext>
            </a:extLst>
          </a:blip>
          <a:srcRect r="62387"/>
          <a:stretch/>
        </p:blipFill>
        <p:spPr>
          <a:xfrm rot="5400000">
            <a:off x="1778676" y="5204330"/>
            <a:ext cx="907513" cy="2465321"/>
          </a:xfrm>
          <a:prstGeom prst="rect">
            <a:avLst/>
          </a:prstGeom>
        </p:spPr>
      </p:pic>
      <p:pic>
        <p:nvPicPr>
          <p:cNvPr id="9" name="Graphic 8">
            <a:extLst>
              <a:ext uri="{FF2B5EF4-FFF2-40B4-BE49-F238E27FC236}">
                <a16:creationId xmlns:a16="http://schemas.microsoft.com/office/drawing/2014/main" id="{4FF40650-9AD0-96F8-F702-185D1729AF81}"/>
              </a:ext>
            </a:extLst>
          </p:cNvPr>
          <p:cNvPicPr>
            <a:picLocks noChangeAspect="1"/>
          </p:cNvPicPr>
          <p:nvPr userDrawn="1"/>
        </p:nvPicPr>
        <p:blipFill>
          <a:blip r:embed="rId4">
            <a:extLst>
              <a:ext uri="{96DAC541-7B7A-43D3-8B79-37D633B846F1}">
                <asvg:svgBlip xmlns:asvg="http://schemas.microsoft.com/office/drawing/2016/SVG/main" r:embed="rId5"/>
              </a:ext>
            </a:extLst>
          </a:blip>
          <a:stretch>
            <a:fillRect/>
          </a:stretch>
        </p:blipFill>
        <p:spPr>
          <a:xfrm>
            <a:off x="593558" y="5429608"/>
            <a:ext cx="406214" cy="415066"/>
          </a:xfrm>
          <a:prstGeom prst="rect">
            <a:avLst/>
          </a:prstGeom>
        </p:spPr>
      </p:pic>
      <p:pic>
        <p:nvPicPr>
          <p:cNvPr id="10" name="Graphic 9">
            <a:extLst>
              <a:ext uri="{FF2B5EF4-FFF2-40B4-BE49-F238E27FC236}">
                <a16:creationId xmlns:a16="http://schemas.microsoft.com/office/drawing/2014/main" id="{83AC8518-2F0B-6FC0-0C0E-6CE9D00EAC71}"/>
              </a:ext>
            </a:extLst>
          </p:cNvPr>
          <p:cNvPicPr>
            <a:picLocks noChangeAspect="1"/>
          </p:cNvPicPr>
          <p:nvPr userDrawn="1"/>
        </p:nvPicPr>
        <p:blipFill rotWithShape="1">
          <a:blip r:embed="rId6">
            <a:extLst>
              <a:ext uri="{96DAC541-7B7A-43D3-8B79-37D633B846F1}">
                <asvg:svgBlip xmlns:asvg="http://schemas.microsoft.com/office/drawing/2016/SVG/main" r:embed="rId7"/>
              </a:ext>
            </a:extLst>
          </a:blip>
          <a:srcRect t="-4860" b="-1"/>
          <a:stretch/>
        </p:blipFill>
        <p:spPr>
          <a:xfrm>
            <a:off x="10214191" y="365126"/>
            <a:ext cx="1032928" cy="1106730"/>
          </a:xfrm>
          <a:prstGeom prst="rect">
            <a:avLst/>
          </a:prstGeom>
        </p:spPr>
      </p:pic>
    </p:spTree>
    <p:extLst>
      <p:ext uri="{BB962C8B-B14F-4D97-AF65-F5344CB8AC3E}">
        <p14:creationId xmlns:p14="http://schemas.microsoft.com/office/powerpoint/2010/main" val="319636032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obj" preserve="1">
  <p:cSld name="Title and content 03">
    <p:bg>
      <p:bgPr>
        <a:gradFill>
          <a:gsLst>
            <a:gs pos="33000">
              <a:schemeClr val="bg2"/>
            </a:gs>
            <a:gs pos="59000">
              <a:schemeClr val="tx2">
                <a:lumMod val="90000"/>
                <a:alpha val="65163"/>
              </a:schemeClr>
            </a:gs>
          </a:gsLst>
          <a:lin ang="19200000" scaled="0"/>
        </a:gradFill>
        <a:effectLst/>
      </p:bgPr>
    </p:bg>
    <p:spTree>
      <p:nvGrpSpPr>
        <p:cNvPr id="1" name=""/>
        <p:cNvGrpSpPr/>
        <p:nvPr/>
      </p:nvGrpSpPr>
      <p:grpSpPr>
        <a:xfrm>
          <a:off x="0" y="0"/>
          <a:ext cx="0" cy="0"/>
          <a:chOff x="0" y="0"/>
          <a:chExt cx="0" cy="0"/>
        </a:xfrm>
      </p:grpSpPr>
      <p:pic>
        <p:nvPicPr>
          <p:cNvPr id="11" name="Picture 10">
            <a:extLst>
              <a:ext uri="{FF2B5EF4-FFF2-40B4-BE49-F238E27FC236}">
                <a16:creationId xmlns:a16="http://schemas.microsoft.com/office/drawing/2014/main" id="{E7B4AF60-AC65-3E7A-4A5D-EBF1A7030D9B}"/>
              </a:ext>
            </a:extLst>
          </p:cNvPr>
          <p:cNvPicPr>
            <a:picLocks noChangeAspect="1"/>
          </p:cNvPicPr>
          <p:nvPr userDrawn="1"/>
        </p:nvPicPr>
        <p:blipFill rotWithShape="1">
          <a:blip r:embed="rId2"/>
          <a:srcRect l="3063" b="3063"/>
          <a:stretch/>
        </p:blipFill>
        <p:spPr>
          <a:xfrm>
            <a:off x="1" y="2917"/>
            <a:ext cx="12197189" cy="6855082"/>
          </a:xfrm>
          <a:prstGeom prst="rect">
            <a:avLst/>
          </a:prstGeom>
        </p:spPr>
      </p:pic>
      <p:sp>
        <p:nvSpPr>
          <p:cNvPr id="12" name="Rounded Rectangle 4">
            <a:extLst>
              <a:ext uri="{FF2B5EF4-FFF2-40B4-BE49-F238E27FC236}">
                <a16:creationId xmlns:a16="http://schemas.microsoft.com/office/drawing/2014/main" id="{95671103-2960-81E2-9A76-0E7FDE6B3E55}"/>
              </a:ext>
            </a:extLst>
          </p:cNvPr>
          <p:cNvSpPr/>
          <p:nvPr userDrawn="1"/>
        </p:nvSpPr>
        <p:spPr>
          <a:xfrm>
            <a:off x="256674" y="256674"/>
            <a:ext cx="11678651" cy="6352673"/>
          </a:xfrm>
          <a:prstGeom prst="roundRect">
            <a:avLst>
              <a:gd name="adj" fmla="val 4303"/>
            </a:avLst>
          </a:prstGeom>
          <a:noFill/>
          <a:ln w="1905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a:extLst>
              <a:ext uri="{FF2B5EF4-FFF2-40B4-BE49-F238E27FC236}">
                <a16:creationId xmlns:a16="http://schemas.microsoft.com/office/drawing/2014/main" id="{F657BD59-35CC-9BB3-8621-6FA3356F81AA}"/>
              </a:ext>
            </a:extLst>
          </p:cNvPr>
          <p:cNvSpPr>
            <a:spLocks noGrp="1"/>
          </p:cNvSpPr>
          <p:nvPr>
            <p:ph type="title"/>
          </p:nvPr>
        </p:nvSpPr>
        <p:spPr>
          <a:xfrm>
            <a:off x="1078992" y="365760"/>
            <a:ext cx="10277856" cy="1655064"/>
          </a:xfrm>
        </p:spPr>
        <p:txBody>
          <a:bodyPr anchor="b"/>
          <a:lstStyle>
            <a:lvl1pPr>
              <a:defRPr>
                <a:latin typeface="+mj-lt"/>
              </a:defRPr>
            </a:lvl1pPr>
          </a:lstStyle>
          <a:p>
            <a:r>
              <a:rPr lang="en-US"/>
              <a:t>Click to edit Master title style</a:t>
            </a:r>
            <a:endParaRPr lang="en-US" dirty="0"/>
          </a:p>
        </p:txBody>
      </p:sp>
      <p:sp>
        <p:nvSpPr>
          <p:cNvPr id="3" name="Content Placeholder 2">
            <a:extLst>
              <a:ext uri="{FF2B5EF4-FFF2-40B4-BE49-F238E27FC236}">
                <a16:creationId xmlns:a16="http://schemas.microsoft.com/office/drawing/2014/main" id="{A772710C-A212-1B12-06CD-FA2A14F89D68}"/>
              </a:ext>
            </a:extLst>
          </p:cNvPr>
          <p:cNvSpPr>
            <a:spLocks noGrp="1"/>
          </p:cNvSpPr>
          <p:nvPr>
            <p:ph idx="1"/>
          </p:nvPr>
        </p:nvSpPr>
        <p:spPr>
          <a:xfrm>
            <a:off x="3575304" y="2276856"/>
            <a:ext cx="6327648" cy="3090672"/>
          </a:xfrm>
        </p:spPr>
        <p:txBody>
          <a:bodyPr anchor="ctr" anchorCtr="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a:extLst>
              <a:ext uri="{FF2B5EF4-FFF2-40B4-BE49-F238E27FC236}">
                <a16:creationId xmlns:a16="http://schemas.microsoft.com/office/drawing/2014/main" id="{8C56EB0F-63C8-5F75-A333-3413A9DC6F76}"/>
              </a:ext>
            </a:extLst>
          </p:cNvPr>
          <p:cNvSpPr>
            <a:spLocks noGrp="1"/>
          </p:cNvSpPr>
          <p:nvPr>
            <p:ph type="dt" sz="half" idx="10"/>
          </p:nvPr>
        </p:nvSpPr>
        <p:spPr/>
        <p:txBody>
          <a:bodyPr/>
          <a:lstStyle/>
          <a:p>
            <a:r>
              <a:rPr lang="en-US" dirty="0"/>
              <a:t>8/6/20XX</a:t>
            </a:r>
          </a:p>
        </p:txBody>
      </p:sp>
      <p:sp>
        <p:nvSpPr>
          <p:cNvPr id="5" name="Footer Placeholder 4">
            <a:extLst>
              <a:ext uri="{FF2B5EF4-FFF2-40B4-BE49-F238E27FC236}">
                <a16:creationId xmlns:a16="http://schemas.microsoft.com/office/drawing/2014/main" id="{4D4DE333-25B4-E092-1CC4-C3D20BA25168}"/>
              </a:ext>
            </a:extLst>
          </p:cNvPr>
          <p:cNvSpPr>
            <a:spLocks noGrp="1"/>
          </p:cNvSpPr>
          <p:nvPr>
            <p:ph type="ftr" sz="quarter" idx="11"/>
          </p:nvPr>
        </p:nvSpPr>
        <p:spPr/>
        <p:txBody>
          <a:bodyPr/>
          <a:lstStyle/>
          <a:p>
            <a:endParaRPr lang="en-US" dirty="0"/>
          </a:p>
        </p:txBody>
      </p:sp>
      <p:sp>
        <p:nvSpPr>
          <p:cNvPr id="6" name="Slide Number Placeholder 5">
            <a:extLst>
              <a:ext uri="{FF2B5EF4-FFF2-40B4-BE49-F238E27FC236}">
                <a16:creationId xmlns:a16="http://schemas.microsoft.com/office/drawing/2014/main" id="{8F1AF200-E81F-A326-0EDB-4B93C71D9BF4}"/>
              </a:ext>
            </a:extLst>
          </p:cNvPr>
          <p:cNvSpPr>
            <a:spLocks noGrp="1"/>
          </p:cNvSpPr>
          <p:nvPr>
            <p:ph type="sldNum" sz="quarter" idx="12"/>
          </p:nvPr>
        </p:nvSpPr>
        <p:spPr/>
        <p:txBody>
          <a:bodyPr/>
          <a:lstStyle/>
          <a:p>
            <a:fld id="{CBD12358-51D2-46B3-9BDE-DF29528B9454}" type="slidenum">
              <a:rPr lang="en-US" smtClean="0"/>
              <a:t>‹#›</a:t>
            </a:fld>
            <a:endParaRPr lang="en-US" dirty="0"/>
          </a:p>
        </p:txBody>
      </p:sp>
    </p:spTree>
    <p:extLst>
      <p:ext uri="{BB962C8B-B14F-4D97-AF65-F5344CB8AC3E}">
        <p14:creationId xmlns:p14="http://schemas.microsoft.com/office/powerpoint/2010/main" val="701264862"/>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 preserve="1">
  <p:cSld name="Two content 02">
    <p:bg>
      <p:bgPr>
        <a:gradFill>
          <a:gsLst>
            <a:gs pos="33000">
              <a:schemeClr val="bg2"/>
            </a:gs>
            <a:gs pos="59000">
              <a:schemeClr val="tx2">
                <a:lumMod val="90000"/>
                <a:alpha val="65163"/>
              </a:schemeClr>
            </a:gs>
          </a:gsLst>
          <a:lin ang="16800000" scaled="0"/>
        </a:gradFill>
        <a:effectLst/>
      </p:bgPr>
    </p:bg>
    <p:spTree>
      <p:nvGrpSpPr>
        <p:cNvPr id="1" name=""/>
        <p:cNvGrpSpPr/>
        <p:nvPr/>
      </p:nvGrpSpPr>
      <p:grpSpPr>
        <a:xfrm>
          <a:off x="0" y="0"/>
          <a:ext cx="0" cy="0"/>
          <a:chOff x="0" y="0"/>
          <a:chExt cx="0" cy="0"/>
        </a:xfrm>
      </p:grpSpPr>
      <p:sp>
        <p:nvSpPr>
          <p:cNvPr id="7" name="Rounded Rectangle 4">
            <a:extLst>
              <a:ext uri="{FF2B5EF4-FFF2-40B4-BE49-F238E27FC236}">
                <a16:creationId xmlns:a16="http://schemas.microsoft.com/office/drawing/2014/main" id="{86060D16-E6F6-EA0E-E58E-526234AB6564}"/>
              </a:ext>
            </a:extLst>
          </p:cNvPr>
          <p:cNvSpPr/>
          <p:nvPr userDrawn="1"/>
        </p:nvSpPr>
        <p:spPr>
          <a:xfrm>
            <a:off x="256674" y="256674"/>
            <a:ext cx="11678651" cy="6352673"/>
          </a:xfrm>
          <a:prstGeom prst="roundRect">
            <a:avLst>
              <a:gd name="adj" fmla="val 4303"/>
            </a:avLst>
          </a:prstGeom>
          <a:noFill/>
          <a:ln w="1905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pic>
        <p:nvPicPr>
          <p:cNvPr id="8" name="Graphic 7">
            <a:extLst>
              <a:ext uri="{FF2B5EF4-FFF2-40B4-BE49-F238E27FC236}">
                <a16:creationId xmlns:a16="http://schemas.microsoft.com/office/drawing/2014/main" id="{0E0958AA-6F1A-C4A2-FB66-1A6F7F8834B5}"/>
              </a:ext>
            </a:extLst>
          </p:cNvPr>
          <p:cNvPicPr>
            <a:picLocks noChangeAspect="1"/>
          </p:cNvPicPr>
          <p:nvPr userDrawn="1"/>
        </p:nvPicPr>
        <p:blipFill rotWithShape="1">
          <a:blip r:embed="rId2">
            <a:extLst>
              <a:ext uri="{96DAC541-7B7A-43D3-8B79-37D633B846F1}">
                <asvg:svgBlip xmlns:asvg="http://schemas.microsoft.com/office/drawing/2016/SVG/main" r:embed="rId3"/>
              </a:ext>
            </a:extLst>
          </a:blip>
          <a:srcRect t="-6095" b="-1"/>
          <a:stretch/>
        </p:blipFill>
        <p:spPr>
          <a:xfrm>
            <a:off x="569419" y="4426479"/>
            <a:ext cx="1472805" cy="1596616"/>
          </a:xfrm>
          <a:prstGeom prst="rect">
            <a:avLst/>
          </a:prstGeom>
        </p:spPr>
      </p:pic>
      <p:pic>
        <p:nvPicPr>
          <p:cNvPr id="9" name="Graphic 8">
            <a:extLst>
              <a:ext uri="{FF2B5EF4-FFF2-40B4-BE49-F238E27FC236}">
                <a16:creationId xmlns:a16="http://schemas.microsoft.com/office/drawing/2014/main" id="{3DEADFA2-398E-9388-8295-063D31FB38EB}"/>
              </a:ext>
            </a:extLst>
          </p:cNvPr>
          <p:cNvPicPr>
            <a:picLocks noChangeAspect="1"/>
          </p:cNvPicPr>
          <p:nvPr userDrawn="1"/>
        </p:nvPicPr>
        <p:blipFill rotWithShape="1">
          <a:blip r:embed="rId2">
            <a:extLst>
              <a:ext uri="{96DAC541-7B7A-43D3-8B79-37D633B846F1}">
                <asvg:svgBlip xmlns:asvg="http://schemas.microsoft.com/office/drawing/2016/SVG/main" r:embed="rId3"/>
              </a:ext>
            </a:extLst>
          </a:blip>
          <a:srcRect t="-6095" b="-1"/>
          <a:stretch/>
        </p:blipFill>
        <p:spPr>
          <a:xfrm rot="3765410" flipV="1">
            <a:off x="1448505" y="4094575"/>
            <a:ext cx="862484" cy="934988"/>
          </a:xfrm>
          <a:prstGeom prst="rect">
            <a:avLst/>
          </a:prstGeom>
        </p:spPr>
      </p:pic>
      <p:pic>
        <p:nvPicPr>
          <p:cNvPr id="10" name="Picture 7">
            <a:extLst>
              <a:ext uri="{FF2B5EF4-FFF2-40B4-BE49-F238E27FC236}">
                <a16:creationId xmlns:a16="http://schemas.microsoft.com/office/drawing/2014/main" id="{D09A7588-8EFD-A0C5-4235-45B7D657ECF4}"/>
              </a:ext>
            </a:extLst>
          </p:cNvPr>
          <p:cNvPicPr>
            <a:picLocks noChangeAspect="1"/>
          </p:cNvPicPr>
          <p:nvPr userDrawn="1"/>
        </p:nvPicPr>
        <p:blipFill rotWithShape="1">
          <a:blip r:embed="rId4">
            <a:extLst>
              <a:ext uri="{96DAC541-7B7A-43D3-8B79-37D633B846F1}">
                <asvg:svgBlip xmlns:asvg="http://schemas.microsoft.com/office/drawing/2016/SVG/main" r:embed="rId5"/>
              </a:ext>
            </a:extLst>
          </a:blip>
          <a:srcRect b="35453"/>
          <a:stretch/>
        </p:blipFill>
        <p:spPr>
          <a:xfrm>
            <a:off x="9469547" y="5719093"/>
            <a:ext cx="1756858" cy="1138907"/>
          </a:xfrm>
          <a:prstGeom prst="rect">
            <a:avLst/>
          </a:prstGeom>
        </p:spPr>
      </p:pic>
      <p:pic>
        <p:nvPicPr>
          <p:cNvPr id="13" name="Graphic 12">
            <a:extLst>
              <a:ext uri="{FF2B5EF4-FFF2-40B4-BE49-F238E27FC236}">
                <a16:creationId xmlns:a16="http://schemas.microsoft.com/office/drawing/2014/main" id="{EF04D7D6-513C-D18A-AF21-D10F0E5D3B82}"/>
              </a:ext>
            </a:extLst>
          </p:cNvPr>
          <p:cNvPicPr>
            <a:picLocks noChangeAspect="1"/>
          </p:cNvPicPr>
          <p:nvPr userDrawn="1"/>
        </p:nvPicPr>
        <p:blipFill rotWithShape="1">
          <a:blip r:embed="rId6">
            <a:extLst>
              <a:ext uri="{96DAC541-7B7A-43D3-8B79-37D633B846F1}">
                <asvg:svgBlip xmlns:asvg="http://schemas.microsoft.com/office/drawing/2016/SVG/main" r:embed="rId7"/>
              </a:ext>
            </a:extLst>
          </a:blip>
          <a:srcRect l="-1" r="-750"/>
          <a:stretch/>
        </p:blipFill>
        <p:spPr>
          <a:xfrm>
            <a:off x="8844546" y="50582"/>
            <a:ext cx="1307037" cy="1325563"/>
          </a:xfrm>
          <a:prstGeom prst="rect">
            <a:avLst/>
          </a:prstGeom>
        </p:spPr>
      </p:pic>
      <p:sp>
        <p:nvSpPr>
          <p:cNvPr id="2" name="Title 1">
            <a:extLst>
              <a:ext uri="{FF2B5EF4-FFF2-40B4-BE49-F238E27FC236}">
                <a16:creationId xmlns:a16="http://schemas.microsoft.com/office/drawing/2014/main" id="{F657BD59-35CC-9BB3-8621-6FA3356F81AA}"/>
              </a:ext>
            </a:extLst>
          </p:cNvPr>
          <p:cNvSpPr>
            <a:spLocks noGrp="1"/>
          </p:cNvSpPr>
          <p:nvPr>
            <p:ph type="title"/>
          </p:nvPr>
        </p:nvSpPr>
        <p:spPr>
          <a:xfrm>
            <a:off x="1078992" y="365760"/>
            <a:ext cx="10277856" cy="1655064"/>
          </a:xfrm>
        </p:spPr>
        <p:txBody>
          <a:bodyPr anchor="b"/>
          <a:lstStyle>
            <a:lvl1pPr>
              <a:defRPr>
                <a:latin typeface="+mj-lt"/>
              </a:defRPr>
            </a:lvl1pPr>
          </a:lstStyle>
          <a:p>
            <a:r>
              <a:rPr lang="en-US"/>
              <a:t>Click to edit Master title style</a:t>
            </a:r>
            <a:endParaRPr lang="en-US" dirty="0"/>
          </a:p>
        </p:txBody>
      </p:sp>
      <p:sp>
        <p:nvSpPr>
          <p:cNvPr id="3" name="Content Placeholder 2">
            <a:extLst>
              <a:ext uri="{FF2B5EF4-FFF2-40B4-BE49-F238E27FC236}">
                <a16:creationId xmlns:a16="http://schemas.microsoft.com/office/drawing/2014/main" id="{A772710C-A212-1B12-06CD-FA2A14F89D68}"/>
              </a:ext>
            </a:extLst>
          </p:cNvPr>
          <p:cNvSpPr>
            <a:spLocks noGrp="1"/>
          </p:cNvSpPr>
          <p:nvPr>
            <p:ph idx="1"/>
          </p:nvPr>
        </p:nvSpPr>
        <p:spPr>
          <a:xfrm>
            <a:off x="3575304" y="2441448"/>
            <a:ext cx="3602736" cy="3575304"/>
          </a:xfrm>
        </p:spPr>
        <p:txBody>
          <a:bodyPr anchor="t" anchorCtr="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4" name="Content Placeholder 2">
            <a:extLst>
              <a:ext uri="{FF2B5EF4-FFF2-40B4-BE49-F238E27FC236}">
                <a16:creationId xmlns:a16="http://schemas.microsoft.com/office/drawing/2014/main" id="{D1DCC4A1-0DB3-3480-3A1A-78FC85FE7ECE}"/>
              </a:ext>
            </a:extLst>
          </p:cNvPr>
          <p:cNvSpPr>
            <a:spLocks noGrp="1"/>
          </p:cNvSpPr>
          <p:nvPr>
            <p:ph idx="13"/>
          </p:nvPr>
        </p:nvSpPr>
        <p:spPr>
          <a:xfrm>
            <a:off x="7671816" y="2441448"/>
            <a:ext cx="3602736" cy="3575304"/>
          </a:xfrm>
        </p:spPr>
        <p:txBody>
          <a:bodyPr anchor="t" anchorCtr="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a:extLst>
              <a:ext uri="{FF2B5EF4-FFF2-40B4-BE49-F238E27FC236}">
                <a16:creationId xmlns:a16="http://schemas.microsoft.com/office/drawing/2014/main" id="{8C56EB0F-63C8-5F75-A333-3413A9DC6F76}"/>
              </a:ext>
            </a:extLst>
          </p:cNvPr>
          <p:cNvSpPr>
            <a:spLocks noGrp="1"/>
          </p:cNvSpPr>
          <p:nvPr>
            <p:ph type="dt" sz="half" idx="10"/>
          </p:nvPr>
        </p:nvSpPr>
        <p:spPr/>
        <p:txBody>
          <a:bodyPr/>
          <a:lstStyle/>
          <a:p>
            <a:r>
              <a:rPr lang="en-US" dirty="0"/>
              <a:t>8/6/20XX</a:t>
            </a:r>
          </a:p>
        </p:txBody>
      </p:sp>
      <p:sp>
        <p:nvSpPr>
          <p:cNvPr id="5" name="Footer Placeholder 4">
            <a:extLst>
              <a:ext uri="{FF2B5EF4-FFF2-40B4-BE49-F238E27FC236}">
                <a16:creationId xmlns:a16="http://schemas.microsoft.com/office/drawing/2014/main" id="{4D4DE333-25B4-E092-1CC4-C3D20BA25168}"/>
              </a:ext>
            </a:extLst>
          </p:cNvPr>
          <p:cNvSpPr>
            <a:spLocks noGrp="1"/>
          </p:cNvSpPr>
          <p:nvPr>
            <p:ph type="ftr" sz="quarter" idx="11"/>
          </p:nvPr>
        </p:nvSpPr>
        <p:spPr/>
        <p:txBody>
          <a:bodyPr/>
          <a:lstStyle/>
          <a:p>
            <a:endParaRPr lang="en-US" dirty="0"/>
          </a:p>
        </p:txBody>
      </p:sp>
      <p:sp>
        <p:nvSpPr>
          <p:cNvPr id="6" name="Slide Number Placeholder 5">
            <a:extLst>
              <a:ext uri="{FF2B5EF4-FFF2-40B4-BE49-F238E27FC236}">
                <a16:creationId xmlns:a16="http://schemas.microsoft.com/office/drawing/2014/main" id="{8F1AF200-E81F-A326-0EDB-4B93C71D9BF4}"/>
              </a:ext>
            </a:extLst>
          </p:cNvPr>
          <p:cNvSpPr>
            <a:spLocks noGrp="1"/>
          </p:cNvSpPr>
          <p:nvPr>
            <p:ph type="sldNum" sz="quarter" idx="12"/>
          </p:nvPr>
        </p:nvSpPr>
        <p:spPr/>
        <p:txBody>
          <a:bodyPr/>
          <a:lstStyle/>
          <a:p>
            <a:fld id="{CBD12358-51D2-46B3-9BDE-DF29528B9454}" type="slidenum">
              <a:rPr lang="en-US" smtClean="0"/>
              <a:t>‹#›</a:t>
            </a:fld>
            <a:endParaRPr lang="en-US" dirty="0"/>
          </a:p>
        </p:txBody>
      </p:sp>
    </p:spTree>
    <p:extLst>
      <p:ext uri="{BB962C8B-B14F-4D97-AF65-F5344CB8AC3E}">
        <p14:creationId xmlns:p14="http://schemas.microsoft.com/office/powerpoint/2010/main" val="149972822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Two content 03">
    <p:bg>
      <p:bgPr>
        <a:solidFill>
          <a:schemeClr val="tx2"/>
        </a:solidFill>
        <a:effectLst/>
      </p:bgPr>
    </p:bg>
    <p:spTree>
      <p:nvGrpSpPr>
        <p:cNvPr id="1" name=""/>
        <p:cNvGrpSpPr/>
        <p:nvPr/>
      </p:nvGrpSpPr>
      <p:grpSpPr>
        <a:xfrm>
          <a:off x="0" y="0"/>
          <a:ext cx="0" cy="0"/>
          <a:chOff x="0" y="0"/>
          <a:chExt cx="0" cy="0"/>
        </a:xfrm>
      </p:grpSpPr>
      <p:sp>
        <p:nvSpPr>
          <p:cNvPr id="4" name="Rounded Rectangle 6">
            <a:extLst>
              <a:ext uri="{FF2B5EF4-FFF2-40B4-BE49-F238E27FC236}">
                <a16:creationId xmlns:a16="http://schemas.microsoft.com/office/drawing/2014/main" id="{1B32A35F-9C9A-7C7D-DE93-B55FFF07D66E}"/>
              </a:ext>
            </a:extLst>
          </p:cNvPr>
          <p:cNvSpPr/>
          <p:nvPr userDrawn="1"/>
        </p:nvSpPr>
        <p:spPr>
          <a:xfrm>
            <a:off x="256674" y="256674"/>
            <a:ext cx="11678651" cy="6352673"/>
          </a:xfrm>
          <a:prstGeom prst="roundRect">
            <a:avLst>
              <a:gd name="adj" fmla="val 4303"/>
            </a:avLst>
          </a:prstGeom>
          <a:noFill/>
          <a:ln w="1905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9" name="Title 1">
            <a:extLst>
              <a:ext uri="{FF2B5EF4-FFF2-40B4-BE49-F238E27FC236}">
                <a16:creationId xmlns:a16="http://schemas.microsoft.com/office/drawing/2014/main" id="{198299DF-E702-8750-30F5-798D7C96AA46}"/>
              </a:ext>
            </a:extLst>
          </p:cNvPr>
          <p:cNvSpPr>
            <a:spLocks noGrp="1"/>
          </p:cNvSpPr>
          <p:nvPr>
            <p:ph type="title"/>
          </p:nvPr>
        </p:nvSpPr>
        <p:spPr>
          <a:xfrm>
            <a:off x="1078992" y="365760"/>
            <a:ext cx="10277856" cy="1655064"/>
          </a:xfrm>
        </p:spPr>
        <p:txBody>
          <a:bodyPr anchor="b"/>
          <a:lstStyle>
            <a:lvl1pPr>
              <a:defRPr>
                <a:latin typeface="+mj-lt"/>
              </a:defRPr>
            </a:lvl1pPr>
          </a:lstStyle>
          <a:p>
            <a:r>
              <a:rPr lang="en-US"/>
              <a:t>Click to edit Master title style</a:t>
            </a:r>
            <a:endParaRPr lang="en-US" dirty="0"/>
          </a:p>
        </p:txBody>
      </p:sp>
      <p:sp>
        <p:nvSpPr>
          <p:cNvPr id="10" name="Content Placeholder 2">
            <a:extLst>
              <a:ext uri="{FF2B5EF4-FFF2-40B4-BE49-F238E27FC236}">
                <a16:creationId xmlns:a16="http://schemas.microsoft.com/office/drawing/2014/main" id="{30CE72F6-1D9D-E61E-F1EE-2861FDF7654A}"/>
              </a:ext>
            </a:extLst>
          </p:cNvPr>
          <p:cNvSpPr>
            <a:spLocks noGrp="1"/>
          </p:cNvSpPr>
          <p:nvPr>
            <p:ph idx="1"/>
          </p:nvPr>
        </p:nvSpPr>
        <p:spPr>
          <a:xfrm>
            <a:off x="1170432" y="2459736"/>
            <a:ext cx="2843784" cy="3090672"/>
          </a:xfrm>
        </p:spPr>
        <p:txBody>
          <a:bodyPr anchor="t" anchorCtr="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1" name="Content Placeholder 2">
            <a:extLst>
              <a:ext uri="{FF2B5EF4-FFF2-40B4-BE49-F238E27FC236}">
                <a16:creationId xmlns:a16="http://schemas.microsoft.com/office/drawing/2014/main" id="{6EFAE94C-C299-8167-1BD9-4FC98C04C63C}"/>
              </a:ext>
            </a:extLst>
          </p:cNvPr>
          <p:cNvSpPr>
            <a:spLocks noGrp="1"/>
          </p:cNvSpPr>
          <p:nvPr>
            <p:ph idx="13"/>
          </p:nvPr>
        </p:nvSpPr>
        <p:spPr>
          <a:xfrm>
            <a:off x="4233672" y="2523744"/>
            <a:ext cx="6693408" cy="3273552"/>
          </a:xfrm>
        </p:spPr>
        <p:txBody>
          <a:bodyPr anchor="t" anchorCtr="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a:extLst>
              <a:ext uri="{FF2B5EF4-FFF2-40B4-BE49-F238E27FC236}">
                <a16:creationId xmlns:a16="http://schemas.microsoft.com/office/drawing/2014/main" id="{C6CFCEB5-4092-FD13-478E-51CD74FDB82E}"/>
              </a:ext>
            </a:extLst>
          </p:cNvPr>
          <p:cNvSpPr>
            <a:spLocks noGrp="1"/>
          </p:cNvSpPr>
          <p:nvPr>
            <p:ph type="dt" sz="half" idx="10"/>
          </p:nvPr>
        </p:nvSpPr>
        <p:spPr/>
        <p:txBody>
          <a:bodyPr/>
          <a:lstStyle/>
          <a:p>
            <a:r>
              <a:rPr lang="en-US" dirty="0"/>
              <a:t>8/6/20XX</a:t>
            </a:r>
          </a:p>
        </p:txBody>
      </p:sp>
      <p:sp>
        <p:nvSpPr>
          <p:cNvPr id="6" name="Footer Placeholder 5">
            <a:extLst>
              <a:ext uri="{FF2B5EF4-FFF2-40B4-BE49-F238E27FC236}">
                <a16:creationId xmlns:a16="http://schemas.microsoft.com/office/drawing/2014/main" id="{5D077A4D-E7C0-912D-293F-D93F0CB5CA49}"/>
              </a:ext>
            </a:extLst>
          </p:cNvPr>
          <p:cNvSpPr>
            <a:spLocks noGrp="1"/>
          </p:cNvSpPr>
          <p:nvPr>
            <p:ph type="ftr" sz="quarter" idx="11"/>
          </p:nvPr>
        </p:nvSpPr>
        <p:spPr/>
        <p:txBody>
          <a:bodyPr/>
          <a:lstStyle/>
          <a:p>
            <a:endParaRPr lang="en-US" dirty="0"/>
          </a:p>
        </p:txBody>
      </p:sp>
      <p:sp>
        <p:nvSpPr>
          <p:cNvPr id="7" name="Slide Number Placeholder 6">
            <a:extLst>
              <a:ext uri="{FF2B5EF4-FFF2-40B4-BE49-F238E27FC236}">
                <a16:creationId xmlns:a16="http://schemas.microsoft.com/office/drawing/2014/main" id="{CA6AA9E1-334B-5F8F-8A92-67DD095F7838}"/>
              </a:ext>
            </a:extLst>
          </p:cNvPr>
          <p:cNvSpPr>
            <a:spLocks noGrp="1"/>
          </p:cNvSpPr>
          <p:nvPr>
            <p:ph type="sldNum" sz="quarter" idx="12"/>
          </p:nvPr>
        </p:nvSpPr>
        <p:spPr/>
        <p:txBody>
          <a:bodyPr/>
          <a:lstStyle/>
          <a:p>
            <a:fld id="{CBD12358-51D2-46B3-9BDE-DF29528B9454}" type="slidenum">
              <a:rPr lang="en-US" smtClean="0"/>
              <a:t>‹#›</a:t>
            </a:fld>
            <a:endParaRPr lang="en-US" dirty="0"/>
          </a:p>
        </p:txBody>
      </p:sp>
    </p:spTree>
    <p:extLst>
      <p:ext uri="{BB962C8B-B14F-4D97-AF65-F5344CB8AC3E}">
        <p14:creationId xmlns:p14="http://schemas.microsoft.com/office/powerpoint/2010/main" val="3854947976"/>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Title and content 04">
    <p:bg>
      <p:bgPr>
        <a:solidFill>
          <a:schemeClr val="tx2"/>
        </a:solidFill>
        <a:effectLst/>
      </p:bgPr>
    </p:bg>
    <p:spTree>
      <p:nvGrpSpPr>
        <p:cNvPr id="1" name=""/>
        <p:cNvGrpSpPr/>
        <p:nvPr/>
      </p:nvGrpSpPr>
      <p:grpSpPr>
        <a:xfrm>
          <a:off x="0" y="0"/>
          <a:ext cx="0" cy="0"/>
          <a:chOff x="0" y="0"/>
          <a:chExt cx="0" cy="0"/>
        </a:xfrm>
      </p:grpSpPr>
      <p:sp>
        <p:nvSpPr>
          <p:cNvPr id="9" name="Title 1">
            <a:extLst>
              <a:ext uri="{FF2B5EF4-FFF2-40B4-BE49-F238E27FC236}">
                <a16:creationId xmlns:a16="http://schemas.microsoft.com/office/drawing/2014/main" id="{198299DF-E702-8750-30F5-798D7C96AA46}"/>
              </a:ext>
            </a:extLst>
          </p:cNvPr>
          <p:cNvSpPr>
            <a:spLocks noGrp="1"/>
          </p:cNvSpPr>
          <p:nvPr>
            <p:ph type="title"/>
          </p:nvPr>
        </p:nvSpPr>
        <p:spPr>
          <a:xfrm>
            <a:off x="1078992" y="365760"/>
            <a:ext cx="10277856" cy="1655064"/>
          </a:xfrm>
        </p:spPr>
        <p:txBody>
          <a:bodyPr anchor="b"/>
          <a:lstStyle>
            <a:lvl1pPr>
              <a:defRPr>
                <a:latin typeface="+mj-lt"/>
              </a:defRPr>
            </a:lvl1pPr>
          </a:lstStyle>
          <a:p>
            <a:r>
              <a:rPr lang="en-US"/>
              <a:t>Click to edit Master title style</a:t>
            </a:r>
            <a:endParaRPr lang="en-US" dirty="0"/>
          </a:p>
        </p:txBody>
      </p:sp>
      <p:sp>
        <p:nvSpPr>
          <p:cNvPr id="11" name="Content Placeholder 2">
            <a:extLst>
              <a:ext uri="{FF2B5EF4-FFF2-40B4-BE49-F238E27FC236}">
                <a16:creationId xmlns:a16="http://schemas.microsoft.com/office/drawing/2014/main" id="{6EFAE94C-C299-8167-1BD9-4FC98C04C63C}"/>
              </a:ext>
            </a:extLst>
          </p:cNvPr>
          <p:cNvSpPr>
            <a:spLocks noGrp="1"/>
          </p:cNvSpPr>
          <p:nvPr>
            <p:ph idx="13"/>
          </p:nvPr>
        </p:nvSpPr>
        <p:spPr>
          <a:xfrm>
            <a:off x="1207008" y="2523744"/>
            <a:ext cx="9720072" cy="3255264"/>
          </a:xfrm>
        </p:spPr>
        <p:txBody>
          <a:bodyPr anchor="t" anchorCtr="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a:extLst>
              <a:ext uri="{FF2B5EF4-FFF2-40B4-BE49-F238E27FC236}">
                <a16:creationId xmlns:a16="http://schemas.microsoft.com/office/drawing/2014/main" id="{C6CFCEB5-4092-FD13-478E-51CD74FDB82E}"/>
              </a:ext>
            </a:extLst>
          </p:cNvPr>
          <p:cNvSpPr>
            <a:spLocks noGrp="1"/>
          </p:cNvSpPr>
          <p:nvPr>
            <p:ph type="dt" sz="half" idx="10"/>
          </p:nvPr>
        </p:nvSpPr>
        <p:spPr/>
        <p:txBody>
          <a:bodyPr/>
          <a:lstStyle/>
          <a:p>
            <a:r>
              <a:rPr lang="en-US" dirty="0"/>
              <a:t>8/6/20XX</a:t>
            </a:r>
          </a:p>
        </p:txBody>
      </p:sp>
      <p:sp>
        <p:nvSpPr>
          <p:cNvPr id="6" name="Footer Placeholder 5">
            <a:extLst>
              <a:ext uri="{FF2B5EF4-FFF2-40B4-BE49-F238E27FC236}">
                <a16:creationId xmlns:a16="http://schemas.microsoft.com/office/drawing/2014/main" id="{5D077A4D-E7C0-912D-293F-D93F0CB5CA49}"/>
              </a:ext>
            </a:extLst>
          </p:cNvPr>
          <p:cNvSpPr>
            <a:spLocks noGrp="1"/>
          </p:cNvSpPr>
          <p:nvPr>
            <p:ph type="ftr" sz="quarter" idx="11"/>
          </p:nvPr>
        </p:nvSpPr>
        <p:spPr/>
        <p:txBody>
          <a:bodyPr/>
          <a:lstStyle/>
          <a:p>
            <a:endParaRPr lang="en-US" dirty="0"/>
          </a:p>
        </p:txBody>
      </p:sp>
      <p:sp>
        <p:nvSpPr>
          <p:cNvPr id="7" name="Slide Number Placeholder 6">
            <a:extLst>
              <a:ext uri="{FF2B5EF4-FFF2-40B4-BE49-F238E27FC236}">
                <a16:creationId xmlns:a16="http://schemas.microsoft.com/office/drawing/2014/main" id="{CA6AA9E1-334B-5F8F-8A92-67DD095F7838}"/>
              </a:ext>
            </a:extLst>
          </p:cNvPr>
          <p:cNvSpPr>
            <a:spLocks noGrp="1"/>
          </p:cNvSpPr>
          <p:nvPr>
            <p:ph type="sldNum" sz="quarter" idx="12"/>
          </p:nvPr>
        </p:nvSpPr>
        <p:spPr/>
        <p:txBody>
          <a:bodyPr/>
          <a:lstStyle/>
          <a:p>
            <a:fld id="{CBD12358-51D2-46B3-9BDE-DF29528B9454}" type="slidenum">
              <a:rPr lang="en-US" smtClean="0"/>
              <a:t>‹#›</a:t>
            </a:fld>
            <a:endParaRPr lang="en-US" dirty="0"/>
          </a:p>
        </p:txBody>
      </p:sp>
      <p:sp>
        <p:nvSpPr>
          <p:cNvPr id="4" name="Rounded Rectangle 6">
            <a:extLst>
              <a:ext uri="{FF2B5EF4-FFF2-40B4-BE49-F238E27FC236}">
                <a16:creationId xmlns:a16="http://schemas.microsoft.com/office/drawing/2014/main" id="{1B32A35F-9C9A-7C7D-DE93-B55FFF07D66E}"/>
              </a:ext>
            </a:extLst>
          </p:cNvPr>
          <p:cNvSpPr/>
          <p:nvPr userDrawn="1"/>
        </p:nvSpPr>
        <p:spPr>
          <a:xfrm>
            <a:off x="256674" y="256674"/>
            <a:ext cx="11678651" cy="6352673"/>
          </a:xfrm>
          <a:prstGeom prst="roundRect">
            <a:avLst>
              <a:gd name="adj" fmla="val 4303"/>
            </a:avLst>
          </a:prstGeom>
          <a:noFill/>
          <a:ln w="1905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Tree>
    <p:extLst>
      <p:ext uri="{BB962C8B-B14F-4D97-AF65-F5344CB8AC3E}">
        <p14:creationId xmlns:p14="http://schemas.microsoft.com/office/powerpoint/2010/main" val="3518480715"/>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Section break 03">
    <p:spTree>
      <p:nvGrpSpPr>
        <p:cNvPr id="1" name=""/>
        <p:cNvGrpSpPr/>
        <p:nvPr/>
      </p:nvGrpSpPr>
      <p:grpSpPr>
        <a:xfrm>
          <a:off x="0" y="0"/>
          <a:ext cx="0" cy="0"/>
          <a:chOff x="0" y="0"/>
          <a:chExt cx="0" cy="0"/>
        </a:xfrm>
      </p:grpSpPr>
      <p:pic>
        <p:nvPicPr>
          <p:cNvPr id="6" name="Picture 5">
            <a:extLst>
              <a:ext uri="{FF2B5EF4-FFF2-40B4-BE49-F238E27FC236}">
                <a16:creationId xmlns:a16="http://schemas.microsoft.com/office/drawing/2014/main" id="{57A51A8B-A15C-2A94-1E48-F9615101DF48}"/>
              </a:ext>
            </a:extLst>
          </p:cNvPr>
          <p:cNvPicPr>
            <a:picLocks noChangeAspect="1"/>
          </p:cNvPicPr>
          <p:nvPr userDrawn="1"/>
        </p:nvPicPr>
        <p:blipFill rotWithShape="1">
          <a:blip r:embed="rId2"/>
          <a:srcRect l="8991" t="11245" r="3785" b="1531"/>
          <a:stretch/>
        </p:blipFill>
        <p:spPr>
          <a:xfrm>
            <a:off x="0" y="2917"/>
            <a:ext cx="12197192" cy="6855083"/>
          </a:xfrm>
          <a:prstGeom prst="rect">
            <a:avLst/>
          </a:prstGeom>
        </p:spPr>
      </p:pic>
      <p:sp>
        <p:nvSpPr>
          <p:cNvPr id="2" name="Title 1">
            <a:extLst>
              <a:ext uri="{FF2B5EF4-FFF2-40B4-BE49-F238E27FC236}">
                <a16:creationId xmlns:a16="http://schemas.microsoft.com/office/drawing/2014/main" id="{2456FD49-C258-4333-9422-358C976A341C}"/>
              </a:ext>
            </a:extLst>
          </p:cNvPr>
          <p:cNvSpPr>
            <a:spLocks noGrp="1"/>
          </p:cNvSpPr>
          <p:nvPr>
            <p:ph type="ctrTitle"/>
          </p:nvPr>
        </p:nvSpPr>
        <p:spPr>
          <a:xfrm>
            <a:off x="612648" y="1600200"/>
            <a:ext cx="10991088" cy="3657600"/>
          </a:xfrm>
        </p:spPr>
        <p:txBody>
          <a:bodyPr anchor="ctr">
            <a:noAutofit/>
          </a:bodyPr>
          <a:lstStyle>
            <a:lvl1pPr algn="ctr">
              <a:defRPr sz="6600" b="1" i="0" cap="none" spc="-150" baseline="0">
                <a:solidFill>
                  <a:schemeClr val="accent2">
                    <a:lumMod val="25000"/>
                  </a:schemeClr>
                </a:solidFill>
                <a:latin typeface="+mj-lt"/>
              </a:defRPr>
            </a:lvl1pPr>
          </a:lstStyle>
          <a:p>
            <a:r>
              <a:rPr lang="en-US" noProof="0"/>
              <a:t>Click to edit Master title style</a:t>
            </a:r>
            <a:endParaRPr lang="en-US" noProof="0" dirty="0"/>
          </a:p>
        </p:txBody>
      </p:sp>
    </p:spTree>
    <p:extLst>
      <p:ext uri="{BB962C8B-B14F-4D97-AF65-F5344CB8AC3E}">
        <p14:creationId xmlns:p14="http://schemas.microsoft.com/office/powerpoint/2010/main" val="1099492088"/>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obj" preserve="1">
  <p:cSld name="Two content 04">
    <p:bg>
      <p:bgPr>
        <a:gradFill>
          <a:gsLst>
            <a:gs pos="33000">
              <a:schemeClr val="bg2"/>
            </a:gs>
            <a:gs pos="59000">
              <a:schemeClr val="tx2">
                <a:lumMod val="90000"/>
                <a:alpha val="65163"/>
              </a:schemeClr>
            </a:gs>
          </a:gsLst>
          <a:lin ang="13800000" scaled="0"/>
        </a:gradFill>
        <a:effectLst/>
      </p:bgPr>
    </p:bg>
    <p:spTree>
      <p:nvGrpSpPr>
        <p:cNvPr id="1" name=""/>
        <p:cNvGrpSpPr/>
        <p:nvPr/>
      </p:nvGrpSpPr>
      <p:grpSpPr>
        <a:xfrm>
          <a:off x="0" y="0"/>
          <a:ext cx="0" cy="0"/>
          <a:chOff x="0" y="0"/>
          <a:chExt cx="0" cy="0"/>
        </a:xfrm>
      </p:grpSpPr>
      <p:sp>
        <p:nvSpPr>
          <p:cNvPr id="11" name="Rounded Rectangle 4">
            <a:extLst>
              <a:ext uri="{FF2B5EF4-FFF2-40B4-BE49-F238E27FC236}">
                <a16:creationId xmlns:a16="http://schemas.microsoft.com/office/drawing/2014/main" id="{5697808D-10E0-D8A5-5D07-E176EBB8F2BB}"/>
              </a:ext>
            </a:extLst>
          </p:cNvPr>
          <p:cNvSpPr/>
          <p:nvPr userDrawn="1"/>
        </p:nvSpPr>
        <p:spPr>
          <a:xfrm>
            <a:off x="256674" y="256674"/>
            <a:ext cx="11678651" cy="6352673"/>
          </a:xfrm>
          <a:prstGeom prst="roundRect">
            <a:avLst>
              <a:gd name="adj" fmla="val 4303"/>
            </a:avLst>
          </a:prstGeom>
          <a:noFill/>
          <a:ln w="1905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pic>
        <p:nvPicPr>
          <p:cNvPr id="12" name="Picture 7">
            <a:extLst>
              <a:ext uri="{FF2B5EF4-FFF2-40B4-BE49-F238E27FC236}">
                <a16:creationId xmlns:a16="http://schemas.microsoft.com/office/drawing/2014/main" id="{0234D012-F86E-04CE-78C8-2C5A66130286}"/>
              </a:ext>
            </a:extLst>
          </p:cNvPr>
          <p:cNvPicPr>
            <a:picLocks noChangeAspect="1"/>
          </p:cNvPicPr>
          <p:nvPr userDrawn="1"/>
        </p:nvPicPr>
        <p:blipFill rotWithShape="1">
          <a:blip r:embed="rId2">
            <a:extLst>
              <a:ext uri="{96DAC541-7B7A-43D3-8B79-37D633B846F1}">
                <asvg:svgBlip xmlns:asvg="http://schemas.microsoft.com/office/drawing/2016/SVG/main" r:embed="rId3"/>
              </a:ext>
            </a:extLst>
          </a:blip>
          <a:srcRect t="-1004" r="-148"/>
          <a:stretch/>
        </p:blipFill>
        <p:spPr>
          <a:xfrm rot="5400000">
            <a:off x="6378170" y="40082"/>
            <a:ext cx="1579705" cy="1600089"/>
          </a:xfrm>
          <a:prstGeom prst="rect">
            <a:avLst/>
          </a:prstGeom>
        </p:spPr>
      </p:pic>
      <p:pic>
        <p:nvPicPr>
          <p:cNvPr id="15" name="Picture 7">
            <a:extLst>
              <a:ext uri="{FF2B5EF4-FFF2-40B4-BE49-F238E27FC236}">
                <a16:creationId xmlns:a16="http://schemas.microsoft.com/office/drawing/2014/main" id="{0BC42061-F838-920E-632E-10EDE7E55392}"/>
              </a:ext>
            </a:extLst>
          </p:cNvPr>
          <p:cNvPicPr>
            <a:picLocks noChangeAspect="1"/>
          </p:cNvPicPr>
          <p:nvPr userDrawn="1"/>
        </p:nvPicPr>
        <p:blipFill rotWithShape="1">
          <a:blip r:embed="rId2">
            <a:extLst>
              <a:ext uri="{96DAC541-7B7A-43D3-8B79-37D633B846F1}">
                <asvg:svgBlip xmlns:asvg="http://schemas.microsoft.com/office/drawing/2016/SVG/main" r:embed="rId3"/>
              </a:ext>
            </a:extLst>
          </a:blip>
          <a:srcRect t="-6239" r="25335" b="-1"/>
          <a:stretch/>
        </p:blipFill>
        <p:spPr>
          <a:xfrm rot="16200000">
            <a:off x="6298833" y="-161472"/>
            <a:ext cx="752715" cy="1075657"/>
          </a:xfrm>
          <a:prstGeom prst="rect">
            <a:avLst/>
          </a:prstGeom>
        </p:spPr>
      </p:pic>
      <p:pic>
        <p:nvPicPr>
          <p:cNvPr id="16" name="Graphic 15">
            <a:extLst>
              <a:ext uri="{FF2B5EF4-FFF2-40B4-BE49-F238E27FC236}">
                <a16:creationId xmlns:a16="http://schemas.microsoft.com/office/drawing/2014/main" id="{58BEE67F-530E-E41D-FD19-2615180DC3FB}"/>
              </a:ext>
            </a:extLst>
          </p:cNvPr>
          <p:cNvPicPr>
            <a:picLocks noChangeAspect="1"/>
          </p:cNvPicPr>
          <p:nvPr userDrawn="1"/>
        </p:nvPicPr>
        <p:blipFill rotWithShape="1">
          <a:blip r:embed="rId4">
            <a:extLst>
              <a:ext uri="{96DAC541-7B7A-43D3-8B79-37D633B846F1}">
                <asvg:svgBlip xmlns:asvg="http://schemas.microsoft.com/office/drawing/2016/SVG/main" r:embed="rId5"/>
              </a:ext>
            </a:extLst>
          </a:blip>
          <a:srcRect r="15931"/>
          <a:stretch/>
        </p:blipFill>
        <p:spPr>
          <a:xfrm>
            <a:off x="10439102" y="4145165"/>
            <a:ext cx="1780703" cy="2164311"/>
          </a:xfrm>
          <a:prstGeom prst="rect">
            <a:avLst/>
          </a:prstGeom>
        </p:spPr>
      </p:pic>
      <p:pic>
        <p:nvPicPr>
          <p:cNvPr id="17" name="Graphic 16">
            <a:extLst>
              <a:ext uri="{FF2B5EF4-FFF2-40B4-BE49-F238E27FC236}">
                <a16:creationId xmlns:a16="http://schemas.microsoft.com/office/drawing/2014/main" id="{82CFCA46-5F5A-867F-B19C-4F9ED5BA15A2}"/>
              </a:ext>
            </a:extLst>
          </p:cNvPr>
          <p:cNvPicPr>
            <a:picLocks noChangeAspect="1"/>
          </p:cNvPicPr>
          <p:nvPr userDrawn="1"/>
        </p:nvPicPr>
        <p:blipFill rotWithShape="1">
          <a:blip r:embed="rId6">
            <a:extLst>
              <a:ext uri="{96DAC541-7B7A-43D3-8B79-37D633B846F1}">
                <asvg:svgBlip xmlns:asvg="http://schemas.microsoft.com/office/drawing/2016/SVG/main" r:embed="rId7"/>
              </a:ext>
            </a:extLst>
          </a:blip>
          <a:srcRect r="46794"/>
          <a:stretch/>
        </p:blipFill>
        <p:spPr>
          <a:xfrm rot="10800000">
            <a:off x="-27806" y="2452933"/>
            <a:ext cx="1370742" cy="2632414"/>
          </a:xfrm>
          <a:prstGeom prst="rect">
            <a:avLst/>
          </a:prstGeom>
        </p:spPr>
      </p:pic>
      <p:pic>
        <p:nvPicPr>
          <p:cNvPr id="18" name="Graphic 17">
            <a:extLst>
              <a:ext uri="{FF2B5EF4-FFF2-40B4-BE49-F238E27FC236}">
                <a16:creationId xmlns:a16="http://schemas.microsoft.com/office/drawing/2014/main" id="{11E8F80C-ACB2-552E-4433-1A8A2708F18F}"/>
              </a:ext>
            </a:extLst>
          </p:cNvPr>
          <p:cNvPicPr>
            <a:picLocks noChangeAspect="1"/>
          </p:cNvPicPr>
          <p:nvPr userDrawn="1"/>
        </p:nvPicPr>
        <p:blipFill rotWithShape="1">
          <a:blip r:embed="rId6">
            <a:extLst>
              <a:ext uri="{96DAC541-7B7A-43D3-8B79-37D633B846F1}">
                <asvg:svgBlip xmlns:asvg="http://schemas.microsoft.com/office/drawing/2016/SVG/main" r:embed="rId7"/>
              </a:ext>
            </a:extLst>
          </a:blip>
          <a:srcRect t="1" b="-9728"/>
          <a:stretch/>
        </p:blipFill>
        <p:spPr>
          <a:xfrm rot="18286209">
            <a:off x="887827" y="4958926"/>
            <a:ext cx="910220" cy="1020507"/>
          </a:xfrm>
          <a:prstGeom prst="rect">
            <a:avLst/>
          </a:prstGeom>
        </p:spPr>
      </p:pic>
      <p:sp>
        <p:nvSpPr>
          <p:cNvPr id="2" name="Title 1">
            <a:extLst>
              <a:ext uri="{FF2B5EF4-FFF2-40B4-BE49-F238E27FC236}">
                <a16:creationId xmlns:a16="http://schemas.microsoft.com/office/drawing/2014/main" id="{F657BD59-35CC-9BB3-8621-6FA3356F81AA}"/>
              </a:ext>
            </a:extLst>
          </p:cNvPr>
          <p:cNvSpPr>
            <a:spLocks noGrp="1"/>
          </p:cNvSpPr>
          <p:nvPr>
            <p:ph type="title"/>
          </p:nvPr>
        </p:nvSpPr>
        <p:spPr>
          <a:xfrm>
            <a:off x="1078992" y="365760"/>
            <a:ext cx="10277856" cy="1655064"/>
          </a:xfrm>
        </p:spPr>
        <p:txBody>
          <a:bodyPr anchor="b"/>
          <a:lstStyle>
            <a:lvl1pPr>
              <a:defRPr>
                <a:latin typeface="+mj-lt"/>
              </a:defRPr>
            </a:lvl1pPr>
          </a:lstStyle>
          <a:p>
            <a:r>
              <a:rPr lang="en-US"/>
              <a:t>Click to edit Master title style</a:t>
            </a:r>
            <a:endParaRPr lang="en-US" dirty="0"/>
          </a:p>
        </p:txBody>
      </p:sp>
      <p:sp>
        <p:nvSpPr>
          <p:cNvPr id="3" name="Content Placeholder 2">
            <a:extLst>
              <a:ext uri="{FF2B5EF4-FFF2-40B4-BE49-F238E27FC236}">
                <a16:creationId xmlns:a16="http://schemas.microsoft.com/office/drawing/2014/main" id="{A772710C-A212-1B12-06CD-FA2A14F89D68}"/>
              </a:ext>
            </a:extLst>
          </p:cNvPr>
          <p:cNvSpPr>
            <a:spLocks noGrp="1"/>
          </p:cNvSpPr>
          <p:nvPr>
            <p:ph idx="1"/>
          </p:nvPr>
        </p:nvSpPr>
        <p:spPr>
          <a:xfrm>
            <a:off x="3575304" y="2441448"/>
            <a:ext cx="3602736" cy="3575304"/>
          </a:xfrm>
        </p:spPr>
        <p:txBody>
          <a:bodyPr anchor="t" anchorCtr="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4" name="Content Placeholder 2">
            <a:extLst>
              <a:ext uri="{FF2B5EF4-FFF2-40B4-BE49-F238E27FC236}">
                <a16:creationId xmlns:a16="http://schemas.microsoft.com/office/drawing/2014/main" id="{D1DCC4A1-0DB3-3480-3A1A-78FC85FE7ECE}"/>
              </a:ext>
            </a:extLst>
          </p:cNvPr>
          <p:cNvSpPr>
            <a:spLocks noGrp="1"/>
          </p:cNvSpPr>
          <p:nvPr>
            <p:ph idx="13"/>
          </p:nvPr>
        </p:nvSpPr>
        <p:spPr>
          <a:xfrm>
            <a:off x="8293608" y="2441447"/>
            <a:ext cx="3063240" cy="3575303"/>
          </a:xfrm>
        </p:spPr>
        <p:txBody>
          <a:bodyPr anchor="t" anchorCtr="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a:extLst>
              <a:ext uri="{FF2B5EF4-FFF2-40B4-BE49-F238E27FC236}">
                <a16:creationId xmlns:a16="http://schemas.microsoft.com/office/drawing/2014/main" id="{8C56EB0F-63C8-5F75-A333-3413A9DC6F76}"/>
              </a:ext>
            </a:extLst>
          </p:cNvPr>
          <p:cNvSpPr>
            <a:spLocks noGrp="1"/>
          </p:cNvSpPr>
          <p:nvPr>
            <p:ph type="dt" sz="half" idx="10"/>
          </p:nvPr>
        </p:nvSpPr>
        <p:spPr/>
        <p:txBody>
          <a:bodyPr/>
          <a:lstStyle/>
          <a:p>
            <a:r>
              <a:rPr lang="en-US" dirty="0"/>
              <a:t>8/6/20XX</a:t>
            </a:r>
          </a:p>
        </p:txBody>
      </p:sp>
      <p:sp>
        <p:nvSpPr>
          <p:cNvPr id="5" name="Footer Placeholder 4">
            <a:extLst>
              <a:ext uri="{FF2B5EF4-FFF2-40B4-BE49-F238E27FC236}">
                <a16:creationId xmlns:a16="http://schemas.microsoft.com/office/drawing/2014/main" id="{4D4DE333-25B4-E092-1CC4-C3D20BA25168}"/>
              </a:ext>
            </a:extLst>
          </p:cNvPr>
          <p:cNvSpPr>
            <a:spLocks noGrp="1"/>
          </p:cNvSpPr>
          <p:nvPr>
            <p:ph type="ftr" sz="quarter" idx="11"/>
          </p:nvPr>
        </p:nvSpPr>
        <p:spPr/>
        <p:txBody>
          <a:bodyPr/>
          <a:lstStyle/>
          <a:p>
            <a:endParaRPr lang="en-US" dirty="0"/>
          </a:p>
        </p:txBody>
      </p:sp>
      <p:sp>
        <p:nvSpPr>
          <p:cNvPr id="6" name="Slide Number Placeholder 5">
            <a:extLst>
              <a:ext uri="{FF2B5EF4-FFF2-40B4-BE49-F238E27FC236}">
                <a16:creationId xmlns:a16="http://schemas.microsoft.com/office/drawing/2014/main" id="{8F1AF200-E81F-A326-0EDB-4B93C71D9BF4}"/>
              </a:ext>
            </a:extLst>
          </p:cNvPr>
          <p:cNvSpPr>
            <a:spLocks noGrp="1"/>
          </p:cNvSpPr>
          <p:nvPr>
            <p:ph type="sldNum" sz="quarter" idx="12"/>
          </p:nvPr>
        </p:nvSpPr>
        <p:spPr/>
        <p:txBody>
          <a:bodyPr/>
          <a:lstStyle/>
          <a:p>
            <a:fld id="{CBD12358-51D2-46B3-9BDE-DF29528B9454}" type="slidenum">
              <a:rPr lang="en-US" smtClean="0"/>
              <a:t>‹#›</a:t>
            </a:fld>
            <a:endParaRPr lang="en-US" dirty="0"/>
          </a:p>
        </p:txBody>
      </p:sp>
    </p:spTree>
    <p:extLst>
      <p:ext uri="{BB962C8B-B14F-4D97-AF65-F5344CB8AC3E}">
        <p14:creationId xmlns:p14="http://schemas.microsoft.com/office/powerpoint/2010/main" val="2343850875"/>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Closing">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C4ACFCA6-7ECE-9BFB-9389-6DB74C862850}"/>
              </a:ext>
            </a:extLst>
          </p:cNvPr>
          <p:cNvPicPr>
            <a:picLocks noChangeAspect="1"/>
          </p:cNvPicPr>
          <p:nvPr userDrawn="1"/>
        </p:nvPicPr>
        <p:blipFill>
          <a:blip r:embed="rId2"/>
          <a:srcRect l="21" r="21"/>
          <a:stretch/>
        </p:blipFill>
        <p:spPr>
          <a:xfrm>
            <a:off x="-5192" y="-1"/>
            <a:ext cx="12197192" cy="6858001"/>
          </a:xfrm>
          <a:prstGeom prst="rect">
            <a:avLst/>
          </a:prstGeom>
        </p:spPr>
      </p:pic>
      <p:sp>
        <p:nvSpPr>
          <p:cNvPr id="2" name="Title 1">
            <a:extLst>
              <a:ext uri="{FF2B5EF4-FFF2-40B4-BE49-F238E27FC236}">
                <a16:creationId xmlns:a16="http://schemas.microsoft.com/office/drawing/2014/main" id="{2456FD49-C258-4333-9422-358C976A341C}"/>
              </a:ext>
            </a:extLst>
          </p:cNvPr>
          <p:cNvSpPr>
            <a:spLocks noGrp="1"/>
          </p:cNvSpPr>
          <p:nvPr>
            <p:ph type="ctrTitle"/>
          </p:nvPr>
        </p:nvSpPr>
        <p:spPr>
          <a:xfrm>
            <a:off x="1133856" y="56450"/>
            <a:ext cx="9912096" cy="2743200"/>
          </a:xfrm>
        </p:spPr>
        <p:txBody>
          <a:bodyPr anchor="b">
            <a:noAutofit/>
          </a:bodyPr>
          <a:lstStyle>
            <a:lvl1pPr algn="l">
              <a:defRPr sz="6600" b="1" i="0" cap="none" spc="-150" baseline="0">
                <a:solidFill>
                  <a:schemeClr val="accent2">
                    <a:lumMod val="25000"/>
                  </a:schemeClr>
                </a:solidFill>
                <a:latin typeface="+mj-lt"/>
              </a:defRPr>
            </a:lvl1pPr>
          </a:lstStyle>
          <a:p>
            <a:r>
              <a:rPr lang="en-US" noProof="0"/>
              <a:t>Click to edit Master title style</a:t>
            </a:r>
            <a:endParaRPr lang="en-US" noProof="0" dirty="0"/>
          </a:p>
        </p:txBody>
      </p:sp>
      <p:sp>
        <p:nvSpPr>
          <p:cNvPr id="3" name="Subtitle 2">
            <a:extLst>
              <a:ext uri="{FF2B5EF4-FFF2-40B4-BE49-F238E27FC236}">
                <a16:creationId xmlns:a16="http://schemas.microsoft.com/office/drawing/2014/main" id="{59758E15-A93D-4FB9-843D-1490E27A151B}"/>
              </a:ext>
            </a:extLst>
          </p:cNvPr>
          <p:cNvSpPr>
            <a:spLocks noGrp="1"/>
          </p:cNvSpPr>
          <p:nvPr>
            <p:ph type="subTitle" idx="1"/>
          </p:nvPr>
        </p:nvSpPr>
        <p:spPr>
          <a:xfrm>
            <a:off x="3575304" y="3110546"/>
            <a:ext cx="4114800" cy="2743200"/>
          </a:xfrm>
        </p:spPr>
        <p:txBody>
          <a:bodyPr>
            <a:noAutofit/>
          </a:bodyPr>
          <a:lstStyle>
            <a:lvl1pPr marL="0" indent="0" algn="l">
              <a:lnSpc>
                <a:spcPct val="150000"/>
              </a:lnSpc>
              <a:spcBef>
                <a:spcPts val="0"/>
              </a:spcBef>
              <a:buNone/>
              <a:defRPr sz="2400" b="0" cap="all" baseline="0">
                <a:solidFill>
                  <a:schemeClr val="accent2">
                    <a:lumMod val="25000"/>
                  </a:schemeClr>
                </a:solidFill>
                <a:latin typeface="+mn-lt"/>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noProof="0"/>
              <a:t>Click to edit Master subtitle style</a:t>
            </a:r>
            <a:endParaRPr lang="en-US" noProof="0" dirty="0"/>
          </a:p>
        </p:txBody>
      </p:sp>
    </p:spTree>
    <p:extLst>
      <p:ext uri="{BB962C8B-B14F-4D97-AF65-F5344CB8AC3E}">
        <p14:creationId xmlns:p14="http://schemas.microsoft.com/office/powerpoint/2010/main" val="2960835424"/>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BCC4D7FA-B85E-4477-8C62-94955B340F14}"/>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noProof="0"/>
              <a:t>Click to edit Master title style</a:t>
            </a:r>
            <a:endParaRPr lang="en-US" noProof="0" dirty="0"/>
          </a:p>
        </p:txBody>
      </p:sp>
      <p:sp>
        <p:nvSpPr>
          <p:cNvPr id="3" name="Text Placeholder 2">
            <a:extLst>
              <a:ext uri="{FF2B5EF4-FFF2-40B4-BE49-F238E27FC236}">
                <a16:creationId xmlns:a16="http://schemas.microsoft.com/office/drawing/2014/main" id="{1F1226BB-3E56-4E7F-8172-7EC03C9F0BCF}"/>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noProof="0"/>
              <a:t>Click to edit Master text styles</a:t>
            </a:r>
          </a:p>
          <a:p>
            <a:pPr lvl="1"/>
            <a:r>
              <a:rPr lang="en-US" noProof="0"/>
              <a:t>Second level</a:t>
            </a:r>
          </a:p>
          <a:p>
            <a:pPr lvl="2"/>
            <a:r>
              <a:rPr lang="en-US" noProof="0"/>
              <a:t>Third level</a:t>
            </a:r>
          </a:p>
          <a:p>
            <a:pPr lvl="3"/>
            <a:r>
              <a:rPr lang="en-US" noProof="0"/>
              <a:t>Fourth level</a:t>
            </a:r>
          </a:p>
          <a:p>
            <a:pPr lvl="4"/>
            <a:r>
              <a:rPr lang="en-US" noProof="0"/>
              <a:t>Fifth level</a:t>
            </a:r>
            <a:endParaRPr lang="en-US" noProof="0" dirty="0"/>
          </a:p>
        </p:txBody>
      </p:sp>
      <p:sp>
        <p:nvSpPr>
          <p:cNvPr id="4" name="Date Placeholder 3">
            <a:extLst>
              <a:ext uri="{FF2B5EF4-FFF2-40B4-BE49-F238E27FC236}">
                <a16:creationId xmlns:a16="http://schemas.microsoft.com/office/drawing/2014/main" id="{D95D08EF-72FB-4F19-9916-65815A9CA99C}"/>
              </a:ext>
            </a:extLst>
          </p:cNvPr>
          <p:cNvSpPr>
            <a:spLocks noGrp="1"/>
          </p:cNvSpPr>
          <p:nvPr>
            <p:ph type="dt" sz="half" idx="2"/>
          </p:nvPr>
        </p:nvSpPr>
        <p:spPr>
          <a:xfrm>
            <a:off x="838200" y="6563001"/>
            <a:ext cx="2743200" cy="228600"/>
          </a:xfrm>
          <a:prstGeom prst="rect">
            <a:avLst/>
          </a:prstGeom>
        </p:spPr>
        <p:txBody>
          <a:bodyPr vert="horz" lIns="91440" tIns="45720" rIns="91440" bIns="45720" rtlCol="0" anchor="ctr"/>
          <a:lstStyle>
            <a:lvl1pPr algn="l">
              <a:defRPr sz="1200">
                <a:solidFill>
                  <a:schemeClr val="tx1">
                    <a:tint val="75000"/>
                  </a:schemeClr>
                </a:solidFill>
              </a:defRPr>
            </a:lvl1pPr>
          </a:lstStyle>
          <a:p>
            <a:r>
              <a:rPr lang="en-US" noProof="0" dirty="0"/>
              <a:t>8/6/20XX</a:t>
            </a:r>
          </a:p>
        </p:txBody>
      </p:sp>
      <p:sp>
        <p:nvSpPr>
          <p:cNvPr id="5" name="Footer Placeholder 4">
            <a:extLst>
              <a:ext uri="{FF2B5EF4-FFF2-40B4-BE49-F238E27FC236}">
                <a16:creationId xmlns:a16="http://schemas.microsoft.com/office/drawing/2014/main" id="{1365084D-BC85-4A55-BD80-93876AD10108}"/>
              </a:ext>
            </a:extLst>
          </p:cNvPr>
          <p:cNvSpPr>
            <a:spLocks noGrp="1"/>
          </p:cNvSpPr>
          <p:nvPr>
            <p:ph type="ftr" sz="quarter" idx="3"/>
          </p:nvPr>
        </p:nvSpPr>
        <p:spPr>
          <a:xfrm>
            <a:off x="4038600" y="6563001"/>
            <a:ext cx="4114800" cy="228600"/>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noProof="0" dirty="0"/>
          </a:p>
        </p:txBody>
      </p:sp>
      <p:sp>
        <p:nvSpPr>
          <p:cNvPr id="6" name="Slide Number Placeholder 5">
            <a:extLst>
              <a:ext uri="{FF2B5EF4-FFF2-40B4-BE49-F238E27FC236}">
                <a16:creationId xmlns:a16="http://schemas.microsoft.com/office/drawing/2014/main" id="{45FDEF23-A140-4DD6-A0D0-A86BD4DF3404}"/>
              </a:ext>
            </a:extLst>
          </p:cNvPr>
          <p:cNvSpPr>
            <a:spLocks noGrp="1"/>
          </p:cNvSpPr>
          <p:nvPr>
            <p:ph type="sldNum" sz="quarter" idx="4"/>
          </p:nvPr>
        </p:nvSpPr>
        <p:spPr>
          <a:xfrm>
            <a:off x="9375912" y="6563001"/>
            <a:ext cx="2743200" cy="228600"/>
          </a:xfrm>
          <a:prstGeom prst="rect">
            <a:avLst/>
          </a:prstGeom>
        </p:spPr>
        <p:txBody>
          <a:bodyPr vert="horz" lIns="91440" tIns="45720" rIns="91440" bIns="45720" rtlCol="0" anchor="ctr"/>
          <a:lstStyle>
            <a:lvl1pPr algn="r">
              <a:defRPr sz="1200">
                <a:solidFill>
                  <a:schemeClr val="tx1">
                    <a:tint val="75000"/>
                  </a:schemeClr>
                </a:solidFill>
              </a:defRPr>
            </a:lvl1pPr>
          </a:lstStyle>
          <a:p>
            <a:fld id="{9EC71654-96A5-4280-94F3-931C61A9F92C}" type="slidenum">
              <a:rPr lang="en-US" noProof="0" smtClean="0"/>
              <a:t>‹#›</a:t>
            </a:fld>
            <a:endParaRPr lang="en-US" noProof="0" dirty="0"/>
          </a:p>
        </p:txBody>
      </p:sp>
    </p:spTree>
    <p:extLst>
      <p:ext uri="{BB962C8B-B14F-4D97-AF65-F5344CB8AC3E}">
        <p14:creationId xmlns:p14="http://schemas.microsoft.com/office/powerpoint/2010/main" val="2347082301"/>
      </p:ext>
    </p:extLst>
  </p:cSld>
  <p:clrMap bg1="lt1" tx1="dk1" bg2="lt2" tx2="dk2" accent1="accent1" accent2="accent2" accent3="accent3" accent4="accent4" accent5="accent5" accent6="accent6" hlink="hlink" folHlink="folHlink"/>
  <p:sldLayoutIdLst>
    <p:sldLayoutId id="2147483649" r:id="rId1"/>
    <p:sldLayoutId id="2147483682" r:id="rId2"/>
    <p:sldLayoutId id="2147483683" r:id="rId3"/>
    <p:sldLayoutId id="2147483684" r:id="rId4"/>
    <p:sldLayoutId id="2147483685" r:id="rId5"/>
    <p:sldLayoutId id="2147483686" r:id="rId6"/>
    <p:sldLayoutId id="2147483687" r:id="rId7"/>
    <p:sldLayoutId id="2147483688" r:id="rId8"/>
    <p:sldLayoutId id="2147483689" r:id="rId9"/>
    <p:sldLayoutId id="2147483690" r:id="rId10"/>
    <p:sldLayoutId id="2147483691" r:id="rId11"/>
    <p:sldLayoutId id="2147483692" r:id="rId12"/>
    <p:sldLayoutId id="2147483693" r:id="rId13"/>
  </p:sldLayoutIdLst>
  <p:hf hdr="0" ftr="0" dt="0"/>
  <p:txStyles>
    <p:titleStyle>
      <a:lvl1pPr algn="l" defTabSz="914400" rtl="0" eaLnBrk="1" latinLnBrk="0" hangingPunct="1">
        <a:lnSpc>
          <a:spcPct val="90000"/>
        </a:lnSpc>
        <a:spcBef>
          <a:spcPct val="0"/>
        </a:spcBef>
        <a:buNone/>
        <a:defRPr sz="4400" b="1" i="0" kern="1200">
          <a:solidFill>
            <a:schemeClr val="accent2">
              <a:lumMod val="25000"/>
            </a:schemeClr>
          </a:solidFill>
          <a:latin typeface="+mj-lt"/>
          <a:ea typeface="+mj-ea"/>
          <a:cs typeface="+mj-cs"/>
        </a:defRPr>
      </a:lvl1pPr>
    </p:titleStyle>
    <p:bodyStyle>
      <a:lvl1pPr marL="0" indent="0" algn="l" defTabSz="914400" rtl="0" eaLnBrk="1" latinLnBrk="0" hangingPunct="1">
        <a:lnSpc>
          <a:spcPct val="90000"/>
        </a:lnSpc>
        <a:spcBef>
          <a:spcPts val="1000"/>
        </a:spcBef>
        <a:buFont typeface="Arial" panose="020B0604020202020204" pitchFamily="34" charset="0"/>
        <a:buNone/>
        <a:defRPr sz="2000" b="0" i="0" kern="1200">
          <a:solidFill>
            <a:schemeClr val="accent2">
              <a:lumMod val="25000"/>
            </a:schemeClr>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1800" b="0" i="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1600" b="0" i="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400" b="0" i="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400" b="0" i="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160" userDrawn="1">
          <p15:clr>
            <a:srgbClr val="F26B43"/>
          </p15:clr>
        </p15:guide>
        <p15:guide id="2" pos="3840" userDrawn="1">
          <p15:clr>
            <a:srgbClr val="F26B43"/>
          </p15:clr>
        </p15:guide>
        <p15:guide id="3" pos="325" userDrawn="1">
          <p15:clr>
            <a:srgbClr val="F26B43"/>
          </p15:clr>
        </p15:guide>
        <p15:guide id="4" pos="7349" userDrawn="1">
          <p15:clr>
            <a:srgbClr val="F26B43"/>
          </p15:clr>
        </p15:guide>
      </p15:sldGuideLst>
    </p:ext>
  </p:extLst>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6.xml.rels><?xml version="1.0" encoding="UTF-8" standalone="yes"?>
<Relationships xmlns="http://schemas.openxmlformats.org/package/2006/relationships"><Relationship Id="rId3" Type="http://schemas.openxmlformats.org/officeDocument/2006/relationships/diagramLayout" Target="../diagrams/layout1.xml"/><Relationship Id="rId2" Type="http://schemas.openxmlformats.org/officeDocument/2006/relationships/diagramData" Target="../diagrams/data1.xml"/><Relationship Id="rId1" Type="http://schemas.openxmlformats.org/officeDocument/2006/relationships/slideLayout" Target="../slideLayouts/slideLayout6.xml"/><Relationship Id="rId6" Type="http://schemas.microsoft.com/office/2007/relationships/diagramDrawing" Target="../diagrams/drawing1.xml"/><Relationship Id="rId5" Type="http://schemas.openxmlformats.org/officeDocument/2006/relationships/diagramColors" Target="../diagrams/colors1.xml"/><Relationship Id="rId4" Type="http://schemas.openxmlformats.org/officeDocument/2006/relationships/diagramQuickStyle" Target="../diagrams/quickStyle1.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98EF7BD-FE81-4B20-8DC5-0B3EB736F9F8}"/>
              </a:ext>
            </a:extLst>
          </p:cNvPr>
          <p:cNvSpPr>
            <a:spLocks noGrp="1"/>
          </p:cNvSpPr>
          <p:nvPr>
            <p:ph type="ctrTitle"/>
          </p:nvPr>
        </p:nvSpPr>
        <p:spPr>
          <a:xfrm>
            <a:off x="612648" y="224590"/>
            <a:ext cx="10954512" cy="2679032"/>
          </a:xfrm>
        </p:spPr>
        <p:txBody>
          <a:bodyPr anchor="b"/>
          <a:lstStyle/>
          <a:p>
            <a:r>
              <a:rPr lang="en-US" dirty="0"/>
              <a:t>PCI DSS Requirement 6 Compliance Checker</a:t>
            </a:r>
          </a:p>
        </p:txBody>
      </p:sp>
      <p:sp>
        <p:nvSpPr>
          <p:cNvPr id="3" name="Subtitle 2">
            <a:extLst>
              <a:ext uri="{FF2B5EF4-FFF2-40B4-BE49-F238E27FC236}">
                <a16:creationId xmlns:a16="http://schemas.microsoft.com/office/drawing/2014/main" id="{1AFF0EFE-C50F-44EB-8978-B97795477C9E}"/>
              </a:ext>
            </a:extLst>
          </p:cNvPr>
          <p:cNvSpPr>
            <a:spLocks noGrp="1"/>
          </p:cNvSpPr>
          <p:nvPr>
            <p:ph type="subTitle" idx="1"/>
          </p:nvPr>
        </p:nvSpPr>
        <p:spPr>
          <a:xfrm>
            <a:off x="612648" y="3758183"/>
            <a:ext cx="10954512" cy="1307592"/>
          </a:xfrm>
        </p:spPr>
        <p:txBody>
          <a:bodyPr vert="horz" lIns="91440" tIns="45720" rIns="91440" bIns="45720" rtlCol="0" anchor="t">
            <a:noAutofit/>
          </a:bodyPr>
          <a:lstStyle/>
          <a:p>
            <a:r>
              <a:rPr lang="en-US" dirty="0"/>
              <a:t>Automated Code Security Analysis Tool</a:t>
            </a:r>
          </a:p>
        </p:txBody>
      </p:sp>
    </p:spTree>
    <p:extLst>
      <p:ext uri="{BB962C8B-B14F-4D97-AF65-F5344CB8AC3E}">
        <p14:creationId xmlns:p14="http://schemas.microsoft.com/office/powerpoint/2010/main" val="1282633192"/>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gradFill>
          <a:gsLst>
            <a:gs pos="33000">
              <a:schemeClr val="bg2"/>
            </a:gs>
            <a:gs pos="59000">
              <a:schemeClr val="tx2">
                <a:lumMod val="90000"/>
                <a:alpha val="65163"/>
              </a:schemeClr>
            </a:gs>
          </a:gsLst>
          <a:lin ang="7800000" scaled="0"/>
        </a:gra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3C2181D-911C-1343-7267-E35AC86CCA0E}"/>
              </a:ext>
            </a:extLst>
          </p:cNvPr>
          <p:cNvSpPr>
            <a:spLocks noGrp="1"/>
          </p:cNvSpPr>
          <p:nvPr>
            <p:ph type="title"/>
          </p:nvPr>
        </p:nvSpPr>
        <p:spPr>
          <a:xfrm>
            <a:off x="1078992" y="850392"/>
            <a:ext cx="3913632" cy="4800600"/>
          </a:xfrm>
          <a:noFill/>
        </p:spPr>
        <p:txBody>
          <a:bodyPr anchor="ctr">
            <a:noAutofit/>
          </a:bodyPr>
          <a:lstStyle/>
          <a:p>
            <a:r>
              <a:rPr lang="en-US" dirty="0"/>
              <a:t>Introduction</a:t>
            </a:r>
          </a:p>
        </p:txBody>
      </p:sp>
      <p:sp>
        <p:nvSpPr>
          <p:cNvPr id="3" name="Content Placeholder 2">
            <a:extLst>
              <a:ext uri="{FF2B5EF4-FFF2-40B4-BE49-F238E27FC236}">
                <a16:creationId xmlns:a16="http://schemas.microsoft.com/office/drawing/2014/main" id="{9BEA8735-F1DC-1DE6-0A38-429B2F660F8A}"/>
              </a:ext>
            </a:extLst>
          </p:cNvPr>
          <p:cNvSpPr>
            <a:spLocks noGrp="1"/>
          </p:cNvSpPr>
          <p:nvPr>
            <p:ph idx="1"/>
          </p:nvPr>
        </p:nvSpPr>
        <p:spPr>
          <a:xfrm>
            <a:off x="5358384" y="1965960"/>
            <a:ext cx="4050792" cy="2953512"/>
          </a:xfrm>
          <a:noFill/>
        </p:spPr>
        <p:txBody>
          <a:bodyPr>
            <a:noAutofit/>
          </a:bodyPr>
          <a:lstStyle/>
          <a:p>
            <a:r>
              <a:rPr lang="en-US" dirty="0"/>
              <a:t>-Overview of the project</a:t>
            </a:r>
          </a:p>
          <a:p>
            <a:r>
              <a:rPr lang="en-US" dirty="0"/>
              <a:t>-Importance of protecting payment card data</a:t>
            </a:r>
          </a:p>
          <a:p>
            <a:r>
              <a:rPr lang="en-US" dirty="0"/>
              <a:t>-Real-time security feedback for developers</a:t>
            </a:r>
          </a:p>
          <a:p>
            <a:endParaRPr lang="en-US" dirty="0"/>
          </a:p>
        </p:txBody>
      </p:sp>
      <p:sp>
        <p:nvSpPr>
          <p:cNvPr id="9" name="Slide Number Placeholder 8">
            <a:extLst>
              <a:ext uri="{FF2B5EF4-FFF2-40B4-BE49-F238E27FC236}">
                <a16:creationId xmlns:a16="http://schemas.microsoft.com/office/drawing/2014/main" id="{E6AA7FF5-11CA-8F71-5951-B1099396287A}"/>
              </a:ext>
            </a:extLst>
          </p:cNvPr>
          <p:cNvSpPr>
            <a:spLocks noGrp="1"/>
          </p:cNvSpPr>
          <p:nvPr>
            <p:ph type="sldNum" sz="quarter" idx="12"/>
          </p:nvPr>
        </p:nvSpPr>
        <p:spPr>
          <a:xfrm>
            <a:off x="9375912" y="6563001"/>
            <a:ext cx="2743200" cy="228600"/>
          </a:xfrm>
        </p:spPr>
        <p:txBody>
          <a:bodyPr/>
          <a:lstStyle/>
          <a:p>
            <a:fld id="{CBD12358-51D2-46B3-9BDE-DF29528B9454}" type="slidenum">
              <a:rPr lang="en-US" smtClean="0"/>
              <a:pPr/>
              <a:t>2</a:t>
            </a:fld>
            <a:endParaRPr lang="en-US" dirty="0"/>
          </a:p>
        </p:txBody>
      </p:sp>
    </p:spTree>
    <p:extLst>
      <p:ext uri="{BB962C8B-B14F-4D97-AF65-F5344CB8AC3E}">
        <p14:creationId xmlns:p14="http://schemas.microsoft.com/office/powerpoint/2010/main" val="3018507327"/>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F463CB3-2956-E8D2-C23D-A3BAA7295DEC}"/>
              </a:ext>
            </a:extLst>
          </p:cNvPr>
          <p:cNvSpPr>
            <a:spLocks noGrp="1"/>
          </p:cNvSpPr>
          <p:nvPr>
            <p:ph type="ctrTitle"/>
          </p:nvPr>
        </p:nvSpPr>
        <p:spPr>
          <a:xfrm>
            <a:off x="749167" y="1417322"/>
            <a:ext cx="7998593" cy="1874517"/>
          </a:xfrm>
          <a:noFill/>
          <a:ln>
            <a:noFill/>
          </a:ln>
        </p:spPr>
        <p:txBody>
          <a:bodyPr>
            <a:noAutofit/>
          </a:bodyPr>
          <a:lstStyle/>
          <a:p>
            <a:r>
              <a:rPr lang="en-US" dirty="0"/>
              <a:t>Problem Statement</a:t>
            </a:r>
            <a:br>
              <a:rPr lang="en-US" dirty="0"/>
            </a:br>
            <a:endParaRPr lang="en-US" dirty="0"/>
          </a:p>
        </p:txBody>
      </p:sp>
      <p:sp>
        <p:nvSpPr>
          <p:cNvPr id="4" name="Rectangle 1">
            <a:extLst>
              <a:ext uri="{FF2B5EF4-FFF2-40B4-BE49-F238E27FC236}">
                <a16:creationId xmlns:a16="http://schemas.microsoft.com/office/drawing/2014/main" id="{E4851253-F553-0475-72B2-F7820568BC55}"/>
              </a:ext>
            </a:extLst>
          </p:cNvPr>
          <p:cNvSpPr>
            <a:spLocks noGrp="1" noChangeArrowheads="1"/>
          </p:cNvSpPr>
          <p:nvPr>
            <p:ph type="subTitle" idx="1"/>
          </p:nvPr>
        </p:nvSpPr>
        <p:spPr bwMode="auto">
          <a:xfrm>
            <a:off x="1236980" y="2550499"/>
            <a:ext cx="9994900" cy="20313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sz="1800" b="0" i="0" u="none" strike="noStrike" cap="none" normalizeH="0" baseline="0" dirty="0">
                <a:ln>
                  <a:noFill/>
                </a:ln>
                <a:solidFill>
                  <a:schemeClr val="tx1"/>
                </a:solidFill>
                <a:effectLst/>
                <a:latin typeface="Arial" panose="020B0604020202020204" pitchFamily="34" charset="0"/>
              </a:rPr>
              <a:t>Average cost of breaches in 2024: $4.5M+</a:t>
            </a: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sz="1800" b="0" i="0" u="none" strike="noStrike" cap="none" normalizeH="0" baseline="0" dirty="0">
                <a:ln>
                  <a:noFill/>
                </a:ln>
                <a:solidFill>
                  <a:schemeClr val="tx1"/>
                </a:solidFill>
                <a:effectLst/>
                <a:latin typeface="Arial" panose="020B0604020202020204" pitchFamily="34" charset="0"/>
              </a:rPr>
              <a:t>Common coding vulnerabilities:</a:t>
            </a: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sz="1800" b="0" i="0" u="none" strike="noStrike" cap="none" normalizeH="0" baseline="0" dirty="0">
                <a:ln>
                  <a:noFill/>
                </a:ln>
                <a:solidFill>
                  <a:schemeClr val="tx1"/>
                </a:solidFill>
                <a:effectLst/>
                <a:latin typeface="Arial" panose="020B0604020202020204" pitchFamily="34" charset="0"/>
              </a:rPr>
              <a:t>Hardcoded credentials &amp; API keys</a:t>
            </a: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sz="1800" b="0" i="0" u="none" strike="noStrike" cap="none" normalizeH="0" baseline="0" dirty="0">
                <a:ln>
                  <a:noFill/>
                </a:ln>
                <a:solidFill>
                  <a:schemeClr val="tx1"/>
                </a:solidFill>
                <a:effectLst/>
                <a:latin typeface="Arial" panose="020B0604020202020204" pitchFamily="34" charset="0"/>
              </a:rPr>
              <a:t>SQL injection</a:t>
            </a: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sz="1800" b="0" i="0" u="none" strike="noStrike" cap="none" normalizeH="0" baseline="0" dirty="0">
                <a:ln>
                  <a:noFill/>
                </a:ln>
                <a:solidFill>
                  <a:schemeClr val="tx1"/>
                </a:solidFill>
                <a:effectLst/>
                <a:latin typeface="Arial" panose="020B0604020202020204" pitchFamily="34" charset="0"/>
              </a:rPr>
              <a:t>Weak cryptography</a:t>
            </a: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sz="1800" b="0" i="0" u="none" strike="noStrike" cap="none" normalizeH="0" baseline="0" dirty="0">
                <a:ln>
                  <a:noFill/>
                </a:ln>
                <a:solidFill>
                  <a:schemeClr val="tx1"/>
                </a:solidFill>
                <a:effectLst/>
                <a:latin typeface="Arial" panose="020B0604020202020204" pitchFamily="34" charset="0"/>
              </a:rPr>
              <a:t>Insecure data handling</a:t>
            </a: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sz="1800" b="0" i="0" u="none" strike="noStrike" cap="none" normalizeH="0" baseline="0" dirty="0">
                <a:ln>
                  <a:noFill/>
                </a:ln>
                <a:solidFill>
                  <a:schemeClr val="tx1"/>
                </a:solidFill>
                <a:effectLst/>
                <a:latin typeface="Arial" panose="020B0604020202020204" pitchFamily="34" charset="0"/>
              </a:rPr>
              <a:t>Traditional audits are late, manual, and costly</a:t>
            </a:r>
          </a:p>
        </p:txBody>
      </p:sp>
    </p:spTree>
    <p:extLst>
      <p:ext uri="{BB962C8B-B14F-4D97-AF65-F5344CB8AC3E}">
        <p14:creationId xmlns:p14="http://schemas.microsoft.com/office/powerpoint/2010/main" val="11850382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gradFill>
          <a:gsLst>
            <a:gs pos="33000">
              <a:schemeClr val="bg2"/>
            </a:gs>
            <a:gs pos="59000">
              <a:schemeClr val="tx2">
                <a:lumMod val="90000"/>
                <a:alpha val="65163"/>
              </a:schemeClr>
            </a:gs>
          </a:gsLst>
          <a:lin ang="19200000" scaled="0"/>
        </a:gra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635F5E3-2B1C-7C0A-8581-67A9052D13AA}"/>
              </a:ext>
            </a:extLst>
          </p:cNvPr>
          <p:cNvSpPr>
            <a:spLocks noGrp="1"/>
          </p:cNvSpPr>
          <p:nvPr>
            <p:ph type="title"/>
          </p:nvPr>
        </p:nvSpPr>
        <p:spPr>
          <a:xfrm>
            <a:off x="1078992" y="365760"/>
            <a:ext cx="10277856" cy="1655064"/>
          </a:xfrm>
          <a:noFill/>
        </p:spPr>
        <p:txBody>
          <a:bodyPr anchor="b">
            <a:noAutofit/>
          </a:bodyPr>
          <a:lstStyle/>
          <a:p>
            <a:r>
              <a:rPr lang="en-US" dirty="0"/>
              <a:t>Solution Overview</a:t>
            </a:r>
          </a:p>
        </p:txBody>
      </p:sp>
      <p:sp>
        <p:nvSpPr>
          <p:cNvPr id="3" name="Content Placeholder 2">
            <a:extLst>
              <a:ext uri="{FF2B5EF4-FFF2-40B4-BE49-F238E27FC236}">
                <a16:creationId xmlns:a16="http://schemas.microsoft.com/office/drawing/2014/main" id="{A6A33159-D030-2F82-A142-F75940728319}"/>
              </a:ext>
            </a:extLst>
          </p:cNvPr>
          <p:cNvSpPr>
            <a:spLocks noGrp="1"/>
          </p:cNvSpPr>
          <p:nvPr>
            <p:ph idx="1"/>
          </p:nvPr>
        </p:nvSpPr>
        <p:spPr>
          <a:xfrm>
            <a:off x="3575304" y="2313432"/>
            <a:ext cx="6327648" cy="3218688"/>
          </a:xfrm>
          <a:noFill/>
        </p:spPr>
        <p:txBody>
          <a:bodyPr>
            <a:noAutofit/>
          </a:bodyPr>
          <a:lstStyle/>
          <a:p>
            <a:r>
              <a:rPr lang="en-US" dirty="0"/>
              <a:t>Machine Learning Classification for code context</a:t>
            </a:r>
          </a:p>
          <a:p>
            <a:r>
              <a:rPr lang="en-US" dirty="0"/>
              <a:t>Pattern-based detection for known vulnerabilities</a:t>
            </a:r>
          </a:p>
          <a:p>
            <a:r>
              <a:rPr lang="en-US" dirty="0"/>
              <a:t>Compliance scoring (1–5 scale)</a:t>
            </a:r>
          </a:p>
          <a:p>
            <a:r>
              <a:rPr lang="en-US" dirty="0"/>
              <a:t>Dual interface: CLI &amp; API</a:t>
            </a:r>
          </a:p>
          <a:p>
            <a:r>
              <a:rPr lang="en-US" dirty="0"/>
              <a:t>Immediate, actionable feedback for developers</a:t>
            </a:r>
          </a:p>
          <a:p>
            <a:endParaRPr lang="en-US" dirty="0"/>
          </a:p>
        </p:txBody>
      </p:sp>
      <p:sp>
        <p:nvSpPr>
          <p:cNvPr id="10" name="Slide Number Placeholder 9">
            <a:extLst>
              <a:ext uri="{FF2B5EF4-FFF2-40B4-BE49-F238E27FC236}">
                <a16:creationId xmlns:a16="http://schemas.microsoft.com/office/drawing/2014/main" id="{FD7B9109-9E17-1A7A-3A9A-0F1C07BF36A3}"/>
              </a:ext>
            </a:extLst>
          </p:cNvPr>
          <p:cNvSpPr>
            <a:spLocks noGrp="1"/>
          </p:cNvSpPr>
          <p:nvPr>
            <p:ph type="sldNum" sz="quarter" idx="12"/>
          </p:nvPr>
        </p:nvSpPr>
        <p:spPr>
          <a:xfrm>
            <a:off x="9375912" y="6563001"/>
            <a:ext cx="2743200" cy="228600"/>
          </a:xfrm>
        </p:spPr>
        <p:txBody>
          <a:bodyPr/>
          <a:lstStyle/>
          <a:p>
            <a:fld id="{CBD12358-51D2-46B3-9BDE-DF29528B9454}" type="slidenum">
              <a:rPr lang="en-US" smtClean="0"/>
              <a:pPr/>
              <a:t>4</a:t>
            </a:fld>
            <a:endParaRPr lang="en-US" dirty="0"/>
          </a:p>
        </p:txBody>
      </p:sp>
    </p:spTree>
    <p:extLst>
      <p:ext uri="{BB962C8B-B14F-4D97-AF65-F5344CB8AC3E}">
        <p14:creationId xmlns:p14="http://schemas.microsoft.com/office/powerpoint/2010/main" val="3666674671"/>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54ABE40-AA00-F366-A36A-B3F1AADBF025}"/>
              </a:ext>
            </a:extLst>
          </p:cNvPr>
          <p:cNvSpPr>
            <a:spLocks noGrp="1"/>
          </p:cNvSpPr>
          <p:nvPr>
            <p:ph type="ctrTitle"/>
          </p:nvPr>
        </p:nvSpPr>
        <p:spPr>
          <a:xfrm>
            <a:off x="3709416" y="1103694"/>
            <a:ext cx="7004304" cy="1420368"/>
          </a:xfrm>
          <a:noFill/>
        </p:spPr>
        <p:txBody>
          <a:bodyPr>
            <a:noAutofit/>
          </a:bodyPr>
          <a:lstStyle/>
          <a:p>
            <a:r>
              <a:rPr lang="en-US" dirty="0"/>
              <a:t>Objectives</a:t>
            </a:r>
          </a:p>
        </p:txBody>
      </p:sp>
      <p:sp>
        <p:nvSpPr>
          <p:cNvPr id="5" name="Rectangle 2">
            <a:extLst>
              <a:ext uri="{FF2B5EF4-FFF2-40B4-BE49-F238E27FC236}">
                <a16:creationId xmlns:a16="http://schemas.microsoft.com/office/drawing/2014/main" id="{E4E061AE-EF2A-C446-7154-65BE39D23630}"/>
              </a:ext>
            </a:extLst>
          </p:cNvPr>
          <p:cNvSpPr>
            <a:spLocks noGrp="1" noChangeArrowheads="1"/>
          </p:cNvSpPr>
          <p:nvPr>
            <p:ph type="subTitle" idx="1"/>
          </p:nvPr>
        </p:nvSpPr>
        <p:spPr bwMode="auto">
          <a:xfrm>
            <a:off x="5416550" y="1813878"/>
            <a:ext cx="7004050" cy="42513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sz="1800" b="0" i="0" u="none" strike="noStrike" cap="none" normalizeH="0" baseline="0" dirty="0">
                <a:ln>
                  <a:noFill/>
                </a:ln>
                <a:solidFill>
                  <a:schemeClr val="tx1"/>
                </a:solidFill>
                <a:effectLst/>
                <a:latin typeface="Arial" panose="020B0604020202020204" pitchFamily="34" charset="0"/>
              </a:rPr>
              <a:t>Automate security analysis</a:t>
            </a: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sz="1800" b="0" i="0" u="none" strike="noStrike" cap="none" normalizeH="0" baseline="0" dirty="0">
                <a:ln>
                  <a:noFill/>
                </a:ln>
                <a:solidFill>
                  <a:schemeClr val="tx1"/>
                </a:solidFill>
                <a:effectLst/>
                <a:latin typeface="Arial" panose="020B0604020202020204" pitchFamily="34" charset="0"/>
              </a:rPr>
              <a:t>Align with PCI DSS Requirement 6</a:t>
            </a: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sz="1800" b="0" i="0" u="none" strike="noStrike" cap="none" normalizeH="0" baseline="0" dirty="0">
                <a:ln>
                  <a:noFill/>
                </a:ln>
                <a:solidFill>
                  <a:schemeClr val="tx1"/>
                </a:solidFill>
                <a:effectLst/>
                <a:latin typeface="Arial" panose="020B0604020202020204" pitchFamily="34" charset="0"/>
              </a:rPr>
              <a:t>Educate developers on secure coding</a:t>
            </a: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sz="1800" b="0" i="0" u="none" strike="noStrike" cap="none" normalizeH="0" baseline="0" dirty="0">
                <a:ln>
                  <a:noFill/>
                </a:ln>
                <a:solidFill>
                  <a:schemeClr val="tx1"/>
                </a:solidFill>
                <a:effectLst/>
                <a:latin typeface="Arial" panose="020B0604020202020204" pitchFamily="34" charset="0"/>
              </a:rPr>
              <a:t>Integration with CI/CD pipelines</a:t>
            </a: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sz="1800" b="0" i="0" u="none" strike="noStrike" cap="none" normalizeH="0" baseline="0" dirty="0">
                <a:ln>
                  <a:noFill/>
                </a:ln>
                <a:solidFill>
                  <a:schemeClr val="tx1"/>
                </a:solidFill>
                <a:effectLst/>
                <a:latin typeface="Arial" panose="020B0604020202020204" pitchFamily="34" charset="0"/>
              </a:rPr>
              <a:t>Reduce false positives while detecting real vulnerabilities</a:t>
            </a:r>
          </a:p>
        </p:txBody>
      </p:sp>
    </p:spTree>
    <p:extLst>
      <p:ext uri="{BB962C8B-B14F-4D97-AF65-F5344CB8AC3E}">
        <p14:creationId xmlns:p14="http://schemas.microsoft.com/office/powerpoint/2010/main" val="1371737547"/>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gradFill>
          <a:gsLst>
            <a:gs pos="33000">
              <a:schemeClr val="bg2"/>
            </a:gs>
            <a:gs pos="59000">
              <a:schemeClr val="tx2">
                <a:lumMod val="90000"/>
                <a:alpha val="65163"/>
              </a:schemeClr>
            </a:gs>
          </a:gsLst>
          <a:lin ang="21594000" scaled="0"/>
        </a:gra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38A15DE-D135-0710-9984-A0A55E960CB0}"/>
              </a:ext>
            </a:extLst>
          </p:cNvPr>
          <p:cNvSpPr>
            <a:spLocks noGrp="1"/>
          </p:cNvSpPr>
          <p:nvPr>
            <p:ph type="title"/>
          </p:nvPr>
        </p:nvSpPr>
        <p:spPr>
          <a:xfrm>
            <a:off x="1078992" y="365760"/>
            <a:ext cx="10506456" cy="1655064"/>
          </a:xfrm>
          <a:noFill/>
        </p:spPr>
        <p:txBody>
          <a:bodyPr>
            <a:noAutofit/>
          </a:bodyPr>
          <a:lstStyle/>
          <a:p>
            <a:r>
              <a:rPr lang="en-US" dirty="0"/>
              <a:t>Intended Audience</a:t>
            </a:r>
          </a:p>
        </p:txBody>
      </p:sp>
      <p:graphicFrame>
        <p:nvGraphicFramePr>
          <p:cNvPr id="14" name="Content Placeholder 13" descr="A timeline of the product launch">
            <a:extLst>
              <a:ext uri="{FF2B5EF4-FFF2-40B4-BE49-F238E27FC236}">
                <a16:creationId xmlns:a16="http://schemas.microsoft.com/office/drawing/2014/main" id="{A7FD81E4-2CEB-1301-59FF-81509B86E571}"/>
              </a:ext>
            </a:extLst>
          </p:cNvPr>
          <p:cNvGraphicFramePr>
            <a:graphicFrameLocks noGrp="1"/>
          </p:cNvGraphicFramePr>
          <p:nvPr>
            <p:ph sz="half" idx="2"/>
            <p:extLst>
              <p:ext uri="{D42A27DB-BD31-4B8C-83A1-F6EECF244321}">
                <p14:modId xmlns:p14="http://schemas.microsoft.com/office/powerpoint/2010/main" val="2897835708"/>
              </p:ext>
            </p:extLst>
          </p:nvPr>
        </p:nvGraphicFramePr>
        <p:xfrm>
          <a:off x="4737100" y="1920875"/>
          <a:ext cx="6619875" cy="3913188"/>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1" name="Slide Number Placeholder 20">
            <a:extLst>
              <a:ext uri="{FF2B5EF4-FFF2-40B4-BE49-F238E27FC236}">
                <a16:creationId xmlns:a16="http://schemas.microsoft.com/office/drawing/2014/main" id="{E39E6080-E7F0-678F-65B9-B64B99BDF328}"/>
              </a:ext>
            </a:extLst>
          </p:cNvPr>
          <p:cNvSpPr>
            <a:spLocks noGrp="1"/>
          </p:cNvSpPr>
          <p:nvPr>
            <p:ph type="sldNum" sz="quarter" idx="12"/>
          </p:nvPr>
        </p:nvSpPr>
        <p:spPr>
          <a:xfrm>
            <a:off x="9375912" y="6563001"/>
            <a:ext cx="2743200" cy="228600"/>
          </a:xfrm>
        </p:spPr>
        <p:txBody>
          <a:bodyPr/>
          <a:lstStyle/>
          <a:p>
            <a:fld id="{CBD12358-51D2-46B3-9BDE-DF29528B9454}" type="slidenum">
              <a:rPr lang="en-US" smtClean="0"/>
              <a:pPr/>
              <a:t>6</a:t>
            </a:fld>
            <a:endParaRPr lang="en-US" dirty="0"/>
          </a:p>
        </p:txBody>
      </p:sp>
      <p:sp>
        <p:nvSpPr>
          <p:cNvPr id="4" name="Rectangle 1">
            <a:extLst>
              <a:ext uri="{FF2B5EF4-FFF2-40B4-BE49-F238E27FC236}">
                <a16:creationId xmlns:a16="http://schemas.microsoft.com/office/drawing/2014/main" id="{8E3804EF-43AE-4866-9646-89B83F3D3F4B}"/>
              </a:ext>
            </a:extLst>
          </p:cNvPr>
          <p:cNvSpPr>
            <a:spLocks noGrp="1" noChangeArrowheads="1"/>
          </p:cNvSpPr>
          <p:nvPr>
            <p:ph sz="half" idx="1"/>
          </p:nvPr>
        </p:nvSpPr>
        <p:spPr bwMode="auto">
          <a:xfrm>
            <a:off x="1003300" y="2420938"/>
            <a:ext cx="9188450" cy="34131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sz="1800" b="0" i="0" u="none" strike="noStrike" cap="none" normalizeH="0" baseline="0">
                <a:ln>
                  <a:noFill/>
                </a:ln>
                <a:solidFill>
                  <a:schemeClr val="tx1"/>
                </a:solidFill>
                <a:effectLst/>
                <a:latin typeface="Arial" panose="020B0604020202020204" pitchFamily="34" charset="0"/>
              </a:rPr>
              <a:t>Software Developers (payment processing)</a:t>
            </a: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sz="1800" b="0" i="0" u="none" strike="noStrike" cap="none" normalizeH="0" baseline="0">
                <a:ln>
                  <a:noFill/>
                </a:ln>
                <a:solidFill>
                  <a:schemeClr val="tx1"/>
                </a:solidFill>
                <a:effectLst/>
                <a:latin typeface="Arial" panose="020B0604020202020204" pitchFamily="34" charset="0"/>
              </a:rPr>
              <a:t>Security Engineers (code audits)</a:t>
            </a: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sz="1800" b="0" i="0" u="none" strike="noStrike" cap="none" normalizeH="0" baseline="0">
                <a:ln>
                  <a:noFill/>
                </a:ln>
                <a:solidFill>
                  <a:schemeClr val="tx1"/>
                </a:solidFill>
                <a:effectLst/>
                <a:latin typeface="Arial" panose="020B0604020202020204" pitchFamily="34" charset="0"/>
              </a:rPr>
              <a:t>DevOps Teams (secure deployments)</a:t>
            </a: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sz="1800" b="0" i="0" u="none" strike="noStrike" cap="none" normalizeH="0" baseline="0">
                <a:ln>
                  <a:noFill/>
                </a:ln>
                <a:solidFill>
                  <a:schemeClr val="tx1"/>
                </a:solidFill>
                <a:effectLst/>
                <a:latin typeface="Arial" panose="020B0604020202020204" pitchFamily="34" charset="0"/>
              </a:rPr>
              <a:t>Compliance Officers (PCI DSS adherence)</a:t>
            </a: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sz="1800" b="0" i="0" u="none" strike="noStrike" cap="none" normalizeH="0" baseline="0">
                <a:ln>
                  <a:noFill/>
                </a:ln>
                <a:solidFill>
                  <a:schemeClr val="tx1"/>
                </a:solidFill>
                <a:effectLst/>
                <a:latin typeface="Arial" panose="020B0604020202020204" pitchFamily="34" charset="0"/>
              </a:rPr>
              <a:t>Educational Institutions (teaching secure coding)</a:t>
            </a:r>
          </a:p>
        </p:txBody>
      </p:sp>
    </p:spTree>
    <p:extLst>
      <p:ext uri="{BB962C8B-B14F-4D97-AF65-F5344CB8AC3E}">
        <p14:creationId xmlns:p14="http://schemas.microsoft.com/office/powerpoint/2010/main" val="2737241225"/>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14C27C8-165C-5513-DB4B-9D840097C545}"/>
              </a:ext>
            </a:extLst>
          </p:cNvPr>
          <p:cNvSpPr>
            <a:spLocks noGrp="1"/>
          </p:cNvSpPr>
          <p:nvPr>
            <p:ph type="title"/>
          </p:nvPr>
        </p:nvSpPr>
        <p:spPr>
          <a:xfrm>
            <a:off x="1078992" y="365760"/>
            <a:ext cx="10277856" cy="1655064"/>
          </a:xfrm>
          <a:noFill/>
        </p:spPr>
        <p:txBody>
          <a:bodyPr>
            <a:noAutofit/>
          </a:bodyPr>
          <a:lstStyle/>
          <a:p>
            <a:r>
              <a:rPr lang="en-US" dirty="0"/>
              <a:t>Success Criteria</a:t>
            </a:r>
          </a:p>
        </p:txBody>
      </p:sp>
      <p:sp>
        <p:nvSpPr>
          <p:cNvPr id="8" name="Slide Number Placeholder 7">
            <a:extLst>
              <a:ext uri="{FF2B5EF4-FFF2-40B4-BE49-F238E27FC236}">
                <a16:creationId xmlns:a16="http://schemas.microsoft.com/office/drawing/2014/main" id="{093736AF-0027-E734-82A8-010D7129D046}"/>
              </a:ext>
            </a:extLst>
          </p:cNvPr>
          <p:cNvSpPr>
            <a:spLocks noGrp="1"/>
          </p:cNvSpPr>
          <p:nvPr>
            <p:ph type="sldNum" sz="quarter" idx="12"/>
          </p:nvPr>
        </p:nvSpPr>
        <p:spPr>
          <a:xfrm>
            <a:off x="9375912" y="6563001"/>
            <a:ext cx="2743200" cy="228600"/>
          </a:xfrm>
        </p:spPr>
        <p:txBody>
          <a:bodyPr/>
          <a:lstStyle/>
          <a:p>
            <a:fld id="{CBD12358-51D2-46B3-9BDE-DF29528B9454}" type="slidenum">
              <a:rPr lang="en-US" smtClean="0"/>
              <a:pPr/>
              <a:t>7</a:t>
            </a:fld>
            <a:endParaRPr lang="en-US" dirty="0"/>
          </a:p>
        </p:txBody>
      </p:sp>
      <p:sp>
        <p:nvSpPr>
          <p:cNvPr id="5" name="Rectangle 2">
            <a:extLst>
              <a:ext uri="{FF2B5EF4-FFF2-40B4-BE49-F238E27FC236}">
                <a16:creationId xmlns:a16="http://schemas.microsoft.com/office/drawing/2014/main" id="{08F630AE-2959-B38F-69C7-956BC7E74552}"/>
              </a:ext>
            </a:extLst>
          </p:cNvPr>
          <p:cNvSpPr>
            <a:spLocks noGrp="1" noChangeArrowheads="1"/>
          </p:cNvSpPr>
          <p:nvPr>
            <p:ph idx="1"/>
          </p:nvPr>
        </p:nvSpPr>
        <p:spPr bwMode="auto">
          <a:xfrm>
            <a:off x="3575050" y="2276475"/>
            <a:ext cx="6327775" cy="309086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sz="1800" b="0" i="0" u="none" strike="noStrike" cap="none" normalizeH="0" baseline="0">
                <a:ln>
                  <a:noFill/>
                </a:ln>
                <a:solidFill>
                  <a:schemeClr val="tx1"/>
                </a:solidFill>
                <a:effectLst/>
                <a:latin typeface="Arial" panose="020B0604020202020204" pitchFamily="34" charset="0"/>
              </a:rPr>
              <a:t>Detect common vulnerabilities with &gt;85% accuracy</a:t>
            </a: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sz="1800" b="0" i="0" u="none" strike="noStrike" cap="none" normalizeH="0" baseline="0">
                <a:ln>
                  <a:noFill/>
                </a:ln>
                <a:solidFill>
                  <a:schemeClr val="tx1"/>
                </a:solidFill>
                <a:effectLst/>
                <a:latin typeface="Arial" panose="020B0604020202020204" pitchFamily="34" charset="0"/>
              </a:rPr>
              <a:t>Provide practical remediation suggestions</a:t>
            </a: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sz="1800" b="0" i="0" u="none" strike="noStrike" cap="none" normalizeH="0" baseline="0">
                <a:ln>
                  <a:noFill/>
                </a:ln>
                <a:solidFill>
                  <a:schemeClr val="tx1"/>
                </a:solidFill>
                <a:effectLst/>
                <a:latin typeface="Arial" panose="020B0604020202020204" pitchFamily="34" charset="0"/>
              </a:rPr>
              <a:t>Process code analysis in &lt;2 seconds</a:t>
            </a: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sz="1800" b="0" i="0" u="none" strike="noStrike" cap="none" normalizeH="0" baseline="0">
                <a:ln>
                  <a:noFill/>
                </a:ln>
                <a:solidFill>
                  <a:schemeClr val="tx1"/>
                </a:solidFill>
                <a:effectLst/>
                <a:latin typeface="Arial" panose="020B0604020202020204" pitchFamily="34" charset="0"/>
              </a:rPr>
              <a:t>Smooth CI/CD integration</a:t>
            </a: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sz="1800" b="0" i="0" u="none" strike="noStrike" cap="none" normalizeH="0" baseline="0">
                <a:ln>
                  <a:noFill/>
                </a:ln>
                <a:solidFill>
                  <a:schemeClr val="tx1"/>
                </a:solidFill>
                <a:effectLst/>
                <a:latin typeface="Arial" panose="020B0604020202020204" pitchFamily="34" charset="0"/>
              </a:rPr>
              <a:t>Reduce security flaws in reviewed codebases</a:t>
            </a:r>
          </a:p>
        </p:txBody>
      </p:sp>
    </p:spTree>
    <p:extLst>
      <p:ext uri="{BB962C8B-B14F-4D97-AF65-F5344CB8AC3E}">
        <p14:creationId xmlns:p14="http://schemas.microsoft.com/office/powerpoint/2010/main" val="729609147"/>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gradFill>
          <a:gsLst>
            <a:gs pos="33000">
              <a:schemeClr val="bg2"/>
            </a:gs>
            <a:gs pos="59000">
              <a:schemeClr val="tx2">
                <a:lumMod val="90000"/>
                <a:alpha val="65163"/>
              </a:schemeClr>
            </a:gs>
          </a:gsLst>
          <a:lin ang="16800000" scaled="0"/>
        </a:gra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8BAC361-0D7A-DC05-86B5-6DD77D322F5B}"/>
              </a:ext>
            </a:extLst>
          </p:cNvPr>
          <p:cNvSpPr>
            <a:spLocks noGrp="1"/>
          </p:cNvSpPr>
          <p:nvPr>
            <p:ph type="title"/>
          </p:nvPr>
        </p:nvSpPr>
        <p:spPr>
          <a:xfrm>
            <a:off x="1078992" y="365760"/>
            <a:ext cx="10277856" cy="1655064"/>
          </a:xfrm>
          <a:noFill/>
        </p:spPr>
        <p:txBody>
          <a:bodyPr>
            <a:noAutofit/>
          </a:bodyPr>
          <a:lstStyle/>
          <a:p>
            <a:r>
              <a:rPr lang="en-US" dirty="0"/>
              <a:t>PCI DSS Overview</a:t>
            </a:r>
          </a:p>
        </p:txBody>
      </p:sp>
      <p:sp>
        <p:nvSpPr>
          <p:cNvPr id="3" name="Content Placeholder 2">
            <a:extLst>
              <a:ext uri="{FF2B5EF4-FFF2-40B4-BE49-F238E27FC236}">
                <a16:creationId xmlns:a16="http://schemas.microsoft.com/office/drawing/2014/main" id="{1BE98EFF-197D-3136-70B9-7BBD30A48931}"/>
              </a:ext>
            </a:extLst>
          </p:cNvPr>
          <p:cNvSpPr>
            <a:spLocks noGrp="1"/>
          </p:cNvSpPr>
          <p:nvPr>
            <p:ph idx="1"/>
          </p:nvPr>
        </p:nvSpPr>
        <p:spPr>
          <a:xfrm>
            <a:off x="3575304" y="2441448"/>
            <a:ext cx="3602736" cy="3575304"/>
          </a:xfrm>
          <a:noFill/>
        </p:spPr>
        <p:txBody>
          <a:bodyPr vert="horz" lIns="91440" tIns="45720" rIns="91440" bIns="45720" rtlCol="0" anchor="t">
            <a:noAutofit/>
          </a:bodyPr>
          <a:lstStyle/>
          <a:p>
            <a:r>
              <a:rPr lang="en-US" dirty="0"/>
              <a:t>Framework for protecting payment card data</a:t>
            </a:r>
          </a:p>
          <a:p>
            <a:endParaRPr lang="en-US" dirty="0"/>
          </a:p>
          <a:p>
            <a:r>
              <a:rPr lang="en-US" dirty="0"/>
              <a:t>Applies to all entities handling card info</a:t>
            </a:r>
          </a:p>
        </p:txBody>
      </p:sp>
      <p:sp>
        <p:nvSpPr>
          <p:cNvPr id="4" name="Content Placeholder 3">
            <a:extLst>
              <a:ext uri="{FF2B5EF4-FFF2-40B4-BE49-F238E27FC236}">
                <a16:creationId xmlns:a16="http://schemas.microsoft.com/office/drawing/2014/main" id="{D97126AE-AE4A-97A5-21F5-E5ACF7E0605F}"/>
              </a:ext>
            </a:extLst>
          </p:cNvPr>
          <p:cNvSpPr>
            <a:spLocks noGrp="1"/>
          </p:cNvSpPr>
          <p:nvPr>
            <p:ph idx="13"/>
          </p:nvPr>
        </p:nvSpPr>
        <p:spPr>
          <a:xfrm>
            <a:off x="7671816" y="2441448"/>
            <a:ext cx="3602736" cy="3575304"/>
          </a:xfrm>
          <a:noFill/>
        </p:spPr>
        <p:txBody>
          <a:bodyPr vert="horz" lIns="91440" tIns="45720" rIns="91440" bIns="45720" rtlCol="0" anchor="t">
            <a:normAutofit/>
          </a:bodyPr>
          <a:lstStyle/>
          <a:p>
            <a:r>
              <a:rPr lang="en-US" dirty="0"/>
              <a:t>Developed by Visa, Mastercard, AmEx, Discover, JCB</a:t>
            </a:r>
          </a:p>
          <a:p>
            <a:endParaRPr lang="en-US" dirty="0"/>
          </a:p>
          <a:p>
            <a:r>
              <a:rPr lang="en-US" dirty="0"/>
              <a:t>12 requirements: Network security, access control, monitoring, secure development</a:t>
            </a:r>
          </a:p>
          <a:p>
            <a:endParaRPr lang="en-US" dirty="0"/>
          </a:p>
        </p:txBody>
      </p:sp>
      <p:sp>
        <p:nvSpPr>
          <p:cNvPr id="13" name="Slide Number Placeholder 12">
            <a:extLst>
              <a:ext uri="{FF2B5EF4-FFF2-40B4-BE49-F238E27FC236}">
                <a16:creationId xmlns:a16="http://schemas.microsoft.com/office/drawing/2014/main" id="{9F61F934-8535-E086-C153-D48E49B98B6A}"/>
              </a:ext>
            </a:extLst>
          </p:cNvPr>
          <p:cNvSpPr>
            <a:spLocks noGrp="1"/>
          </p:cNvSpPr>
          <p:nvPr>
            <p:ph type="sldNum" sz="quarter" idx="12"/>
          </p:nvPr>
        </p:nvSpPr>
        <p:spPr>
          <a:xfrm>
            <a:off x="9375912" y="6563001"/>
            <a:ext cx="2743200" cy="228600"/>
          </a:xfrm>
        </p:spPr>
        <p:txBody>
          <a:bodyPr/>
          <a:lstStyle/>
          <a:p>
            <a:fld id="{CBD12358-51D2-46B3-9BDE-DF29528B9454}" type="slidenum">
              <a:rPr lang="en-US" smtClean="0"/>
              <a:pPr/>
              <a:t>8</a:t>
            </a:fld>
            <a:endParaRPr lang="en-US" dirty="0"/>
          </a:p>
        </p:txBody>
      </p:sp>
    </p:spTree>
    <p:extLst>
      <p:ext uri="{BB962C8B-B14F-4D97-AF65-F5344CB8AC3E}">
        <p14:creationId xmlns:p14="http://schemas.microsoft.com/office/powerpoint/2010/main" val="1210802199"/>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chemeClr val="tx2"/>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7545968-70F7-0180-6448-3547E442EF4A}"/>
              </a:ext>
            </a:extLst>
          </p:cNvPr>
          <p:cNvSpPr>
            <a:spLocks noGrp="1"/>
          </p:cNvSpPr>
          <p:nvPr>
            <p:ph type="title"/>
          </p:nvPr>
        </p:nvSpPr>
        <p:spPr>
          <a:xfrm>
            <a:off x="1078992" y="365760"/>
            <a:ext cx="10277856" cy="1655064"/>
          </a:xfrm>
          <a:noFill/>
        </p:spPr>
        <p:txBody>
          <a:bodyPr>
            <a:noAutofit/>
          </a:bodyPr>
          <a:lstStyle/>
          <a:p>
            <a:r>
              <a:rPr lang="en-US" dirty="0"/>
              <a:t>Secure Development</a:t>
            </a:r>
          </a:p>
        </p:txBody>
      </p:sp>
      <p:sp>
        <p:nvSpPr>
          <p:cNvPr id="8" name="Content Placeholder 7">
            <a:extLst>
              <a:ext uri="{FF2B5EF4-FFF2-40B4-BE49-F238E27FC236}">
                <a16:creationId xmlns:a16="http://schemas.microsoft.com/office/drawing/2014/main" id="{215CE58D-2739-522B-7C3A-6A7C985360C0}"/>
              </a:ext>
            </a:extLst>
          </p:cNvPr>
          <p:cNvSpPr>
            <a:spLocks noGrp="1"/>
          </p:cNvSpPr>
          <p:nvPr>
            <p:ph idx="1"/>
          </p:nvPr>
        </p:nvSpPr>
        <p:spPr>
          <a:xfrm>
            <a:off x="1265238" y="2457450"/>
            <a:ext cx="6324281" cy="3090672"/>
          </a:xfrm>
          <a:noFill/>
        </p:spPr>
        <p:txBody>
          <a:bodyPr vert="horz" lIns="91440" tIns="45720" rIns="91440" bIns="45720" rtlCol="0" anchor="t">
            <a:normAutofit/>
          </a:bodyPr>
          <a:lstStyle/>
          <a:p>
            <a:r>
              <a:rPr lang="en-US" dirty="0"/>
              <a:t>Identify &amp; fix security vulnerabilities</a:t>
            </a:r>
          </a:p>
          <a:p>
            <a:r>
              <a:rPr lang="en-US" dirty="0"/>
              <a:t>Secure software development lifecycle</a:t>
            </a:r>
          </a:p>
          <a:p>
            <a:r>
              <a:rPr lang="en-US" dirty="0"/>
              <a:t>Protect production data</a:t>
            </a:r>
          </a:p>
          <a:p>
            <a:r>
              <a:rPr lang="en-US" dirty="0"/>
              <a:t>Controlled changes with proper documentation</a:t>
            </a:r>
          </a:p>
          <a:p>
            <a:r>
              <a:rPr lang="en-US" dirty="0"/>
              <a:t>Prevent common weaknesses (SQLi, XSS, buffer overflow, weak crypto, insecure storage)</a:t>
            </a:r>
          </a:p>
        </p:txBody>
      </p:sp>
      <p:sp>
        <p:nvSpPr>
          <p:cNvPr id="9" name="Slide Number Placeholder 8">
            <a:extLst>
              <a:ext uri="{FF2B5EF4-FFF2-40B4-BE49-F238E27FC236}">
                <a16:creationId xmlns:a16="http://schemas.microsoft.com/office/drawing/2014/main" id="{DAF3F922-669F-7D93-0C1C-D5B16E3975BF}"/>
              </a:ext>
            </a:extLst>
          </p:cNvPr>
          <p:cNvSpPr>
            <a:spLocks noGrp="1"/>
          </p:cNvSpPr>
          <p:nvPr>
            <p:ph type="sldNum" sz="quarter" idx="12"/>
          </p:nvPr>
        </p:nvSpPr>
        <p:spPr>
          <a:xfrm>
            <a:off x="9375912" y="6563001"/>
            <a:ext cx="2743200" cy="228600"/>
          </a:xfrm>
        </p:spPr>
        <p:txBody>
          <a:bodyPr/>
          <a:lstStyle/>
          <a:p>
            <a:fld id="{CBD12358-51D2-46B3-9BDE-DF29528B9454}" type="slidenum">
              <a:rPr lang="en-US" smtClean="0"/>
              <a:pPr/>
              <a:t>9</a:t>
            </a:fld>
            <a:endParaRPr lang="en-US" dirty="0"/>
          </a:p>
        </p:txBody>
      </p:sp>
    </p:spTree>
    <p:extLst>
      <p:ext uri="{BB962C8B-B14F-4D97-AF65-F5344CB8AC3E}">
        <p14:creationId xmlns:p14="http://schemas.microsoft.com/office/powerpoint/2010/main" val="4259977132"/>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chemeClr val="tx2"/>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1FC59F6-9B22-C211-4B4C-A2FD4B914C46}"/>
              </a:ext>
            </a:extLst>
          </p:cNvPr>
          <p:cNvSpPr>
            <a:spLocks noGrp="1"/>
          </p:cNvSpPr>
          <p:nvPr>
            <p:ph type="title"/>
          </p:nvPr>
        </p:nvSpPr>
        <p:spPr>
          <a:xfrm>
            <a:off x="1078992" y="365760"/>
            <a:ext cx="10277856" cy="1655064"/>
          </a:xfrm>
          <a:noFill/>
        </p:spPr>
        <p:txBody>
          <a:bodyPr>
            <a:noAutofit/>
          </a:bodyPr>
          <a:lstStyle/>
          <a:p>
            <a:r>
              <a:rPr lang="en-US" dirty="0"/>
              <a:t>System Architecture</a:t>
            </a:r>
          </a:p>
        </p:txBody>
      </p:sp>
      <p:sp>
        <p:nvSpPr>
          <p:cNvPr id="3" name="Slide Number Placeholder 2">
            <a:extLst>
              <a:ext uri="{FF2B5EF4-FFF2-40B4-BE49-F238E27FC236}">
                <a16:creationId xmlns:a16="http://schemas.microsoft.com/office/drawing/2014/main" id="{CAEAF320-61B9-87FA-4DF5-7C3B0DC125A6}"/>
              </a:ext>
            </a:extLst>
          </p:cNvPr>
          <p:cNvSpPr>
            <a:spLocks noGrp="1"/>
          </p:cNvSpPr>
          <p:nvPr>
            <p:ph type="sldNum" sz="quarter" idx="12"/>
          </p:nvPr>
        </p:nvSpPr>
        <p:spPr>
          <a:xfrm>
            <a:off x="9375912" y="6563001"/>
            <a:ext cx="2743200" cy="228600"/>
          </a:xfrm>
        </p:spPr>
        <p:txBody>
          <a:bodyPr/>
          <a:lstStyle/>
          <a:p>
            <a:fld id="{CBD12358-51D2-46B3-9BDE-DF29528B9454}" type="slidenum">
              <a:rPr lang="en-US" smtClean="0"/>
              <a:pPr/>
              <a:t>10</a:t>
            </a:fld>
            <a:endParaRPr lang="en-US" dirty="0"/>
          </a:p>
        </p:txBody>
      </p:sp>
      <p:sp>
        <p:nvSpPr>
          <p:cNvPr id="6" name="Content Placeholder 5">
            <a:extLst>
              <a:ext uri="{FF2B5EF4-FFF2-40B4-BE49-F238E27FC236}">
                <a16:creationId xmlns:a16="http://schemas.microsoft.com/office/drawing/2014/main" id="{7B244EFD-ADE4-2A9C-FE97-FD37B9ECE80B}"/>
              </a:ext>
            </a:extLst>
          </p:cNvPr>
          <p:cNvSpPr>
            <a:spLocks noGrp="1"/>
          </p:cNvSpPr>
          <p:nvPr>
            <p:ph idx="13"/>
          </p:nvPr>
        </p:nvSpPr>
        <p:spPr/>
        <p:txBody>
          <a:bodyPr/>
          <a:lstStyle/>
          <a:p>
            <a:r>
              <a:rPr lang="en-US" dirty="0"/>
              <a:t>High-Level Modules:</a:t>
            </a:r>
            <a:endParaRPr lang="ar-EG" dirty="0"/>
          </a:p>
          <a:p>
            <a:r>
              <a:rPr lang="ar-EG" dirty="0"/>
              <a:t>	</a:t>
            </a:r>
            <a:r>
              <a:rPr lang="en-US" dirty="0"/>
              <a:t>CLI / Console Interface</a:t>
            </a:r>
            <a:endParaRPr lang="ar-EG" dirty="0"/>
          </a:p>
          <a:p>
            <a:r>
              <a:rPr lang="ar-EG" dirty="0"/>
              <a:t>	</a:t>
            </a:r>
            <a:r>
              <a:rPr lang="en-US" dirty="0"/>
              <a:t>Code Analysis Engine</a:t>
            </a:r>
            <a:endParaRPr lang="ar-EG" dirty="0"/>
          </a:p>
          <a:p>
            <a:r>
              <a:rPr lang="ar-EG" dirty="0"/>
              <a:t>	</a:t>
            </a:r>
            <a:r>
              <a:rPr lang="en-US" dirty="0"/>
              <a:t>Compliance Scoring Module</a:t>
            </a:r>
            <a:endParaRPr lang="ar-EG" dirty="0"/>
          </a:p>
          <a:p>
            <a:r>
              <a:rPr lang="ar-EG" dirty="0"/>
              <a:t>	</a:t>
            </a:r>
            <a:r>
              <a:rPr lang="en-US" dirty="0"/>
              <a:t>Rules &amp; Knowledge Base</a:t>
            </a:r>
            <a:endParaRPr lang="ar-EG" dirty="0"/>
          </a:p>
          <a:p>
            <a:r>
              <a:rPr lang="ar-EG" dirty="0"/>
              <a:t>	</a:t>
            </a:r>
            <a:r>
              <a:rPr lang="en-US" dirty="0"/>
              <a:t>Data Storage Module</a:t>
            </a:r>
            <a:endParaRPr lang="ar-EG" dirty="0"/>
          </a:p>
          <a:p>
            <a:r>
              <a:rPr lang="ar-EG" dirty="0"/>
              <a:t>	</a:t>
            </a:r>
            <a:r>
              <a:rPr lang="en-US" dirty="0"/>
              <a:t>Integration / Automation Layer</a:t>
            </a:r>
          </a:p>
        </p:txBody>
      </p:sp>
    </p:spTree>
    <p:extLst>
      <p:ext uri="{BB962C8B-B14F-4D97-AF65-F5344CB8AC3E}">
        <p14:creationId xmlns:p14="http://schemas.microsoft.com/office/powerpoint/2010/main" val="3604630649"/>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92A9CF1-DB7B-BB2A-6D04-AEA29F4029F8}"/>
              </a:ext>
            </a:extLst>
          </p:cNvPr>
          <p:cNvSpPr>
            <a:spLocks noGrp="1"/>
          </p:cNvSpPr>
          <p:nvPr>
            <p:ph type="title"/>
          </p:nvPr>
        </p:nvSpPr>
        <p:spPr/>
        <p:txBody>
          <a:bodyPr/>
          <a:lstStyle/>
          <a:p>
            <a:r>
              <a:rPr lang="en-US" dirty="0"/>
              <a:t>Implementation</a:t>
            </a:r>
            <a:br>
              <a:rPr lang="en-US" dirty="0"/>
            </a:br>
            <a:endParaRPr lang="en-US" dirty="0"/>
          </a:p>
        </p:txBody>
      </p:sp>
      <p:sp>
        <p:nvSpPr>
          <p:cNvPr id="3" name="Content Placeholder 2">
            <a:extLst>
              <a:ext uri="{FF2B5EF4-FFF2-40B4-BE49-F238E27FC236}">
                <a16:creationId xmlns:a16="http://schemas.microsoft.com/office/drawing/2014/main" id="{2056C948-2494-0710-217E-467A790796E6}"/>
              </a:ext>
            </a:extLst>
          </p:cNvPr>
          <p:cNvSpPr>
            <a:spLocks noGrp="1"/>
          </p:cNvSpPr>
          <p:nvPr>
            <p:ph idx="13"/>
          </p:nvPr>
        </p:nvSpPr>
        <p:spPr/>
        <p:txBody>
          <a:bodyPr/>
          <a:lstStyle/>
          <a:p>
            <a:r>
              <a:rPr lang="en-US" b="1" dirty="0"/>
              <a:t>Tech Stack:</a:t>
            </a:r>
            <a:r>
              <a:rPr lang="en-US" dirty="0"/>
              <a:t> Python, Regex, ML model (optional), JSON output</a:t>
            </a:r>
            <a:endParaRPr lang="ar-EG" dirty="0"/>
          </a:p>
          <a:p>
            <a:r>
              <a:rPr lang="en-US" dirty="0"/>
              <a:t>Workflow:</a:t>
            </a:r>
            <a:endParaRPr lang="ar-EG" dirty="0"/>
          </a:p>
          <a:p>
            <a:r>
              <a:rPr lang="ar-EG" dirty="0"/>
              <a:t>	</a:t>
            </a:r>
            <a:r>
              <a:rPr lang="en-US" dirty="0"/>
              <a:t>Developer submits code via CLI or API</a:t>
            </a:r>
            <a:endParaRPr lang="ar-EG" dirty="0"/>
          </a:p>
          <a:p>
            <a:r>
              <a:rPr lang="ar-EG" dirty="0"/>
              <a:t>	</a:t>
            </a:r>
            <a:r>
              <a:rPr lang="en-US" dirty="0"/>
              <a:t>Code Analysis Engine scans for vulnerabilities</a:t>
            </a:r>
            <a:endParaRPr lang="ar-EG" dirty="0"/>
          </a:p>
          <a:p>
            <a:r>
              <a:rPr lang="ar-EG" dirty="0"/>
              <a:t>	</a:t>
            </a:r>
            <a:r>
              <a:rPr lang="en-US" dirty="0"/>
              <a:t>Scoring Module computes PCI DSS compliance</a:t>
            </a:r>
            <a:endParaRPr lang="ar-EG" dirty="0"/>
          </a:p>
          <a:p>
            <a:r>
              <a:rPr lang="ar-EG" dirty="0"/>
              <a:t>	</a:t>
            </a:r>
            <a:r>
              <a:rPr lang="en-US" dirty="0"/>
              <a:t>Feedback &amp; remediation guidance provided</a:t>
            </a:r>
            <a:endParaRPr lang="ar-EG" dirty="0"/>
          </a:p>
          <a:p>
            <a:r>
              <a:rPr lang="en-US" b="1" dirty="0"/>
              <a:t>Integration:</a:t>
            </a:r>
            <a:r>
              <a:rPr lang="en-US" dirty="0"/>
              <a:t> Compatible with CI/CD pipelines</a:t>
            </a:r>
          </a:p>
        </p:txBody>
      </p:sp>
      <p:sp>
        <p:nvSpPr>
          <p:cNvPr id="4" name="Slide Number Placeholder 3">
            <a:extLst>
              <a:ext uri="{FF2B5EF4-FFF2-40B4-BE49-F238E27FC236}">
                <a16:creationId xmlns:a16="http://schemas.microsoft.com/office/drawing/2014/main" id="{4308FDD7-2848-6681-F654-E66E67C04113}"/>
              </a:ext>
            </a:extLst>
          </p:cNvPr>
          <p:cNvSpPr>
            <a:spLocks noGrp="1"/>
          </p:cNvSpPr>
          <p:nvPr>
            <p:ph type="sldNum" sz="quarter" idx="12"/>
          </p:nvPr>
        </p:nvSpPr>
        <p:spPr/>
        <p:txBody>
          <a:bodyPr/>
          <a:lstStyle/>
          <a:p>
            <a:fld id="{CBD12358-51D2-46B3-9BDE-DF29528B9454}" type="slidenum">
              <a:rPr lang="en-US" smtClean="0"/>
              <a:t>11</a:t>
            </a:fld>
            <a:endParaRPr lang="en-US" dirty="0"/>
          </a:p>
        </p:txBody>
      </p:sp>
    </p:spTree>
    <p:extLst>
      <p:ext uri="{BB962C8B-B14F-4D97-AF65-F5344CB8AC3E}">
        <p14:creationId xmlns:p14="http://schemas.microsoft.com/office/powerpoint/2010/main" val="1092879176"/>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8E5708C-B557-82A7-690D-A614003C78AF}"/>
              </a:ext>
            </a:extLst>
          </p:cNvPr>
          <p:cNvSpPr>
            <a:spLocks noGrp="1"/>
          </p:cNvSpPr>
          <p:nvPr>
            <p:ph type="title"/>
          </p:nvPr>
        </p:nvSpPr>
        <p:spPr/>
        <p:txBody>
          <a:bodyPr/>
          <a:lstStyle/>
          <a:p>
            <a:r>
              <a:rPr lang="en-US" dirty="0"/>
              <a:t>Sample Code Input</a:t>
            </a:r>
          </a:p>
        </p:txBody>
      </p:sp>
      <p:sp>
        <p:nvSpPr>
          <p:cNvPr id="3" name="Content Placeholder 2">
            <a:extLst>
              <a:ext uri="{FF2B5EF4-FFF2-40B4-BE49-F238E27FC236}">
                <a16:creationId xmlns:a16="http://schemas.microsoft.com/office/drawing/2014/main" id="{4E66C124-AB05-8F0E-BA3B-28F5FDBF8953}"/>
              </a:ext>
            </a:extLst>
          </p:cNvPr>
          <p:cNvSpPr>
            <a:spLocks noGrp="1"/>
          </p:cNvSpPr>
          <p:nvPr>
            <p:ph idx="13"/>
          </p:nvPr>
        </p:nvSpPr>
        <p:spPr/>
        <p:txBody>
          <a:bodyPr/>
          <a:lstStyle/>
          <a:p>
            <a:r>
              <a:rPr lang="en-US" dirty="0"/>
              <a:t># Example vulnerable code</a:t>
            </a:r>
          </a:p>
          <a:p>
            <a:r>
              <a:rPr lang="en-US" dirty="0" err="1"/>
              <a:t>db.execute</a:t>
            </a:r>
            <a:r>
              <a:rPr lang="en-US" dirty="0"/>
              <a:t>("SELECT * FROM users WHERE id = " + </a:t>
            </a:r>
            <a:r>
              <a:rPr lang="en-US" dirty="0" err="1"/>
              <a:t>user_input</a:t>
            </a:r>
            <a:r>
              <a:rPr lang="en-US" dirty="0"/>
              <a:t>)</a:t>
            </a:r>
          </a:p>
          <a:p>
            <a:r>
              <a:rPr lang="en-US" dirty="0"/>
              <a:t>password = "12345"  # Hardcoded</a:t>
            </a:r>
          </a:p>
          <a:p>
            <a:endParaRPr lang="en-US" dirty="0"/>
          </a:p>
        </p:txBody>
      </p:sp>
      <p:sp>
        <p:nvSpPr>
          <p:cNvPr id="4" name="Slide Number Placeholder 3">
            <a:extLst>
              <a:ext uri="{FF2B5EF4-FFF2-40B4-BE49-F238E27FC236}">
                <a16:creationId xmlns:a16="http://schemas.microsoft.com/office/drawing/2014/main" id="{57695D19-2CFB-9AFC-D17A-09191E571326}"/>
              </a:ext>
            </a:extLst>
          </p:cNvPr>
          <p:cNvSpPr>
            <a:spLocks noGrp="1"/>
          </p:cNvSpPr>
          <p:nvPr>
            <p:ph type="sldNum" sz="quarter" idx="12"/>
          </p:nvPr>
        </p:nvSpPr>
        <p:spPr/>
        <p:txBody>
          <a:bodyPr/>
          <a:lstStyle/>
          <a:p>
            <a:fld id="{CBD12358-51D2-46B3-9BDE-DF29528B9454}" type="slidenum">
              <a:rPr lang="en-US" smtClean="0"/>
              <a:t>12</a:t>
            </a:fld>
            <a:endParaRPr lang="en-US" dirty="0"/>
          </a:p>
        </p:txBody>
      </p:sp>
    </p:spTree>
    <p:extLst>
      <p:ext uri="{BB962C8B-B14F-4D97-AF65-F5344CB8AC3E}">
        <p14:creationId xmlns:p14="http://schemas.microsoft.com/office/powerpoint/2010/main" val="2150347394"/>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4FB9EFB-A442-FE66-D4ED-E4F01E9A4D3C}"/>
              </a:ext>
            </a:extLst>
          </p:cNvPr>
          <p:cNvSpPr>
            <a:spLocks noGrp="1"/>
          </p:cNvSpPr>
          <p:nvPr>
            <p:ph type="title"/>
          </p:nvPr>
        </p:nvSpPr>
        <p:spPr/>
        <p:txBody>
          <a:bodyPr/>
          <a:lstStyle/>
          <a:p>
            <a:r>
              <a:rPr lang="en-US" dirty="0"/>
              <a:t>Sample Output</a:t>
            </a:r>
          </a:p>
        </p:txBody>
      </p:sp>
      <p:sp>
        <p:nvSpPr>
          <p:cNvPr id="3" name="Content Placeholder 2">
            <a:extLst>
              <a:ext uri="{FF2B5EF4-FFF2-40B4-BE49-F238E27FC236}">
                <a16:creationId xmlns:a16="http://schemas.microsoft.com/office/drawing/2014/main" id="{8BDD1782-A7BE-010A-077E-DE835A1A74AC}"/>
              </a:ext>
            </a:extLst>
          </p:cNvPr>
          <p:cNvSpPr>
            <a:spLocks noGrp="1"/>
          </p:cNvSpPr>
          <p:nvPr>
            <p:ph idx="13"/>
          </p:nvPr>
        </p:nvSpPr>
        <p:spPr/>
        <p:txBody>
          <a:bodyPr>
            <a:normAutofit fontScale="92500" lnSpcReduction="10000"/>
          </a:bodyPr>
          <a:lstStyle/>
          <a:p>
            <a:r>
              <a:rPr lang="en-US" dirty="0"/>
              <a:t>{</a:t>
            </a:r>
          </a:p>
          <a:p>
            <a:r>
              <a:rPr lang="en-US" dirty="0"/>
              <a:t>  "</a:t>
            </a:r>
            <a:r>
              <a:rPr lang="en-US" dirty="0" err="1"/>
              <a:t>compliance_score</a:t>
            </a:r>
            <a:r>
              <a:rPr lang="en-US" dirty="0"/>
              <a:t>": 2,</a:t>
            </a:r>
          </a:p>
          <a:p>
            <a:r>
              <a:rPr lang="en-US" dirty="0"/>
              <a:t>  "issues": [</a:t>
            </a:r>
          </a:p>
          <a:p>
            <a:r>
              <a:rPr lang="en-US" dirty="0"/>
              <a:t>    {"type": "SQL Injection", "line": 2, "recommendation": "Use parameterized queries"},</a:t>
            </a:r>
          </a:p>
          <a:p>
            <a:r>
              <a:rPr lang="en-US" dirty="0"/>
              <a:t>    {"type": "Hardcoded Credential", "line": 3, "recommendation": "Store passwords securely"}</a:t>
            </a:r>
          </a:p>
          <a:p>
            <a:r>
              <a:rPr lang="en-US" dirty="0"/>
              <a:t>  ]</a:t>
            </a:r>
          </a:p>
          <a:p>
            <a:r>
              <a:rPr lang="en-US" dirty="0"/>
              <a:t>}</a:t>
            </a:r>
          </a:p>
          <a:p>
            <a:r>
              <a:rPr lang="en-US" dirty="0"/>
              <a:t>Score scale: 1 = low compliance, 5 = high compliance</a:t>
            </a:r>
            <a:endParaRPr lang="ar-EG" dirty="0"/>
          </a:p>
          <a:p>
            <a:r>
              <a:rPr lang="en-US" dirty="0"/>
              <a:t>Immediate remediation suggestions provided</a:t>
            </a:r>
          </a:p>
        </p:txBody>
      </p:sp>
      <p:sp>
        <p:nvSpPr>
          <p:cNvPr id="4" name="Slide Number Placeholder 3">
            <a:extLst>
              <a:ext uri="{FF2B5EF4-FFF2-40B4-BE49-F238E27FC236}">
                <a16:creationId xmlns:a16="http://schemas.microsoft.com/office/drawing/2014/main" id="{C4A1C1C3-37A9-08F4-7CDB-72B134BB0C31}"/>
              </a:ext>
            </a:extLst>
          </p:cNvPr>
          <p:cNvSpPr>
            <a:spLocks noGrp="1"/>
          </p:cNvSpPr>
          <p:nvPr>
            <p:ph type="sldNum" sz="quarter" idx="12"/>
          </p:nvPr>
        </p:nvSpPr>
        <p:spPr/>
        <p:txBody>
          <a:bodyPr/>
          <a:lstStyle/>
          <a:p>
            <a:fld id="{CBD12358-51D2-46B3-9BDE-DF29528B9454}" type="slidenum">
              <a:rPr lang="en-US" smtClean="0"/>
              <a:t>13</a:t>
            </a:fld>
            <a:endParaRPr lang="en-US" dirty="0"/>
          </a:p>
        </p:txBody>
      </p:sp>
    </p:spTree>
    <p:extLst>
      <p:ext uri="{BB962C8B-B14F-4D97-AF65-F5344CB8AC3E}">
        <p14:creationId xmlns:p14="http://schemas.microsoft.com/office/powerpoint/2010/main" val="3400501993"/>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4A172FC-617E-BA0B-DE74-C004B9C833AC}"/>
              </a:ext>
            </a:extLst>
          </p:cNvPr>
          <p:cNvSpPr>
            <a:spLocks noGrp="1"/>
          </p:cNvSpPr>
          <p:nvPr>
            <p:ph type="title"/>
          </p:nvPr>
        </p:nvSpPr>
        <p:spPr/>
        <p:txBody>
          <a:bodyPr/>
          <a:lstStyle/>
          <a:p>
            <a:r>
              <a:rPr lang="en-US" dirty="0"/>
              <a:t>Key Benefits</a:t>
            </a:r>
          </a:p>
        </p:txBody>
      </p:sp>
      <p:sp>
        <p:nvSpPr>
          <p:cNvPr id="3" name="Content Placeholder 2">
            <a:extLst>
              <a:ext uri="{FF2B5EF4-FFF2-40B4-BE49-F238E27FC236}">
                <a16:creationId xmlns:a16="http://schemas.microsoft.com/office/drawing/2014/main" id="{E015F17B-2A50-C849-5F2F-334C49B16B73}"/>
              </a:ext>
            </a:extLst>
          </p:cNvPr>
          <p:cNvSpPr>
            <a:spLocks noGrp="1"/>
          </p:cNvSpPr>
          <p:nvPr>
            <p:ph idx="1"/>
          </p:nvPr>
        </p:nvSpPr>
        <p:spPr>
          <a:xfrm>
            <a:off x="3575304" y="2441448"/>
            <a:ext cx="5800608" cy="3575304"/>
          </a:xfrm>
        </p:spPr>
        <p:txBody>
          <a:bodyPr/>
          <a:lstStyle/>
          <a:p>
            <a:r>
              <a:rPr lang="en-US" dirty="0"/>
              <a:t>Real-time detection of security vulnerabilities</a:t>
            </a:r>
            <a:endParaRPr lang="ar-EG" dirty="0"/>
          </a:p>
          <a:p>
            <a:r>
              <a:rPr lang="en-US" dirty="0"/>
              <a:t>Improves secure coding practices</a:t>
            </a:r>
            <a:endParaRPr lang="ar-EG" dirty="0"/>
          </a:p>
          <a:p>
            <a:r>
              <a:rPr lang="en-US" dirty="0"/>
              <a:t>Reduces costly breaches</a:t>
            </a:r>
            <a:endParaRPr lang="ar-EG" dirty="0"/>
          </a:p>
          <a:p>
            <a:r>
              <a:rPr lang="en-US" dirty="0"/>
              <a:t>Easy CI/CD integration</a:t>
            </a:r>
            <a:endParaRPr lang="ar-EG" dirty="0"/>
          </a:p>
          <a:p>
            <a:r>
              <a:rPr lang="en-US" dirty="0"/>
              <a:t>Supports audit and compliance reporting</a:t>
            </a:r>
          </a:p>
        </p:txBody>
      </p:sp>
      <p:sp>
        <p:nvSpPr>
          <p:cNvPr id="5" name="Slide Number Placeholder 4">
            <a:extLst>
              <a:ext uri="{FF2B5EF4-FFF2-40B4-BE49-F238E27FC236}">
                <a16:creationId xmlns:a16="http://schemas.microsoft.com/office/drawing/2014/main" id="{D279604F-16D2-117C-8E96-6F03B61CB086}"/>
              </a:ext>
            </a:extLst>
          </p:cNvPr>
          <p:cNvSpPr>
            <a:spLocks noGrp="1"/>
          </p:cNvSpPr>
          <p:nvPr>
            <p:ph type="sldNum" sz="quarter" idx="12"/>
          </p:nvPr>
        </p:nvSpPr>
        <p:spPr/>
        <p:txBody>
          <a:bodyPr/>
          <a:lstStyle/>
          <a:p>
            <a:fld id="{CBD12358-51D2-46B3-9BDE-DF29528B9454}" type="slidenum">
              <a:rPr lang="en-US" smtClean="0"/>
              <a:t>14</a:t>
            </a:fld>
            <a:endParaRPr lang="en-US" dirty="0"/>
          </a:p>
        </p:txBody>
      </p:sp>
    </p:spTree>
    <p:extLst>
      <p:ext uri="{BB962C8B-B14F-4D97-AF65-F5344CB8AC3E}">
        <p14:creationId xmlns:p14="http://schemas.microsoft.com/office/powerpoint/2010/main" val="1510617240"/>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AAD496A-24B6-25FD-0537-98EA569FE117}"/>
              </a:ext>
            </a:extLst>
          </p:cNvPr>
          <p:cNvSpPr>
            <a:spLocks noGrp="1"/>
          </p:cNvSpPr>
          <p:nvPr>
            <p:ph type="title"/>
          </p:nvPr>
        </p:nvSpPr>
        <p:spPr/>
        <p:txBody>
          <a:bodyPr/>
          <a:lstStyle/>
          <a:p>
            <a:r>
              <a:rPr lang="en-US" dirty="0"/>
              <a:t>Conclusion</a:t>
            </a:r>
          </a:p>
        </p:txBody>
      </p:sp>
      <p:sp>
        <p:nvSpPr>
          <p:cNvPr id="3" name="Content Placeholder 2">
            <a:extLst>
              <a:ext uri="{FF2B5EF4-FFF2-40B4-BE49-F238E27FC236}">
                <a16:creationId xmlns:a16="http://schemas.microsoft.com/office/drawing/2014/main" id="{084AA0D2-42B4-A750-AB15-49C436D8E525}"/>
              </a:ext>
            </a:extLst>
          </p:cNvPr>
          <p:cNvSpPr>
            <a:spLocks noGrp="1"/>
          </p:cNvSpPr>
          <p:nvPr>
            <p:ph idx="1"/>
          </p:nvPr>
        </p:nvSpPr>
        <p:spPr>
          <a:xfrm>
            <a:off x="3575304" y="2441448"/>
            <a:ext cx="5507736" cy="3575304"/>
          </a:xfrm>
        </p:spPr>
        <p:txBody>
          <a:bodyPr/>
          <a:lstStyle/>
          <a:p>
            <a:r>
              <a:rPr lang="en-US" dirty="0"/>
              <a:t>Automated PCI DSS Requirement 6 compliance checker</a:t>
            </a:r>
            <a:endParaRPr lang="ar-EG" dirty="0"/>
          </a:p>
          <a:p>
            <a:r>
              <a:rPr lang="en-US" dirty="0"/>
              <a:t>Enhances software security and developer awareness</a:t>
            </a:r>
            <a:endParaRPr lang="ar-EG" dirty="0"/>
          </a:p>
          <a:p>
            <a:r>
              <a:rPr lang="en-US" dirty="0"/>
              <a:t>Quick, actionable, and integrable solution</a:t>
            </a:r>
            <a:endParaRPr lang="ar-EG" dirty="0"/>
          </a:p>
          <a:p>
            <a:r>
              <a:rPr lang="en-US" dirty="0"/>
              <a:t>Future Scope: Include ML-driven analysis for more advanced vulnerabilities</a:t>
            </a:r>
          </a:p>
        </p:txBody>
      </p:sp>
      <p:sp>
        <p:nvSpPr>
          <p:cNvPr id="5" name="Slide Number Placeholder 4">
            <a:extLst>
              <a:ext uri="{FF2B5EF4-FFF2-40B4-BE49-F238E27FC236}">
                <a16:creationId xmlns:a16="http://schemas.microsoft.com/office/drawing/2014/main" id="{CAFB6F00-6641-1D0D-F364-02A53EF008E4}"/>
              </a:ext>
            </a:extLst>
          </p:cNvPr>
          <p:cNvSpPr>
            <a:spLocks noGrp="1"/>
          </p:cNvSpPr>
          <p:nvPr>
            <p:ph type="sldNum" sz="quarter" idx="12"/>
          </p:nvPr>
        </p:nvSpPr>
        <p:spPr/>
        <p:txBody>
          <a:bodyPr/>
          <a:lstStyle/>
          <a:p>
            <a:fld id="{CBD12358-51D2-46B3-9BDE-DF29528B9454}" type="slidenum">
              <a:rPr lang="en-US" smtClean="0"/>
              <a:t>15</a:t>
            </a:fld>
            <a:endParaRPr lang="en-US" dirty="0"/>
          </a:p>
        </p:txBody>
      </p:sp>
    </p:spTree>
    <p:extLst>
      <p:ext uri="{BB962C8B-B14F-4D97-AF65-F5344CB8AC3E}">
        <p14:creationId xmlns:p14="http://schemas.microsoft.com/office/powerpoint/2010/main" val="4185911477"/>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22A0D7AA-8A21-B977-56ED-94406F29957C}"/>
              </a:ext>
            </a:extLst>
          </p:cNvPr>
          <p:cNvSpPr>
            <a:spLocks noGrp="1"/>
          </p:cNvSpPr>
          <p:nvPr>
            <p:ph type="ctrTitle"/>
          </p:nvPr>
        </p:nvSpPr>
        <p:spPr>
          <a:xfrm>
            <a:off x="1133856" y="56450"/>
            <a:ext cx="9912096" cy="2743200"/>
          </a:xfrm>
          <a:noFill/>
        </p:spPr>
        <p:txBody>
          <a:bodyPr anchor="b">
            <a:noAutofit/>
          </a:bodyPr>
          <a:lstStyle/>
          <a:p>
            <a:r>
              <a:rPr lang="en-US" dirty="0"/>
              <a:t>Thank you</a:t>
            </a:r>
          </a:p>
        </p:txBody>
      </p:sp>
      <p:sp>
        <p:nvSpPr>
          <p:cNvPr id="6" name="Content Placeholder 5">
            <a:extLst>
              <a:ext uri="{FF2B5EF4-FFF2-40B4-BE49-F238E27FC236}">
                <a16:creationId xmlns:a16="http://schemas.microsoft.com/office/drawing/2014/main" id="{54D0A6B8-78EB-52CA-3D46-A46FC880D386}"/>
              </a:ext>
            </a:extLst>
          </p:cNvPr>
          <p:cNvSpPr>
            <a:spLocks noGrp="1"/>
          </p:cNvSpPr>
          <p:nvPr>
            <p:ph type="subTitle" idx="1"/>
          </p:nvPr>
        </p:nvSpPr>
        <p:spPr>
          <a:xfrm>
            <a:off x="3575304" y="3110546"/>
            <a:ext cx="4114800" cy="2743200"/>
          </a:xfrm>
          <a:noFill/>
        </p:spPr>
        <p:txBody>
          <a:bodyPr vert="horz" lIns="91440" tIns="45720" rIns="91440" bIns="45720" rtlCol="0" anchor="t" anchorCtr="0">
            <a:normAutofit/>
          </a:bodyPr>
          <a:lstStyle/>
          <a:p>
            <a:r>
              <a:rPr lang="en-US" noProof="0" dirty="0"/>
              <a:t>Yaser srywll</a:t>
            </a:r>
          </a:p>
          <a:p>
            <a:r>
              <a:rPr lang="en-US" dirty="0"/>
              <a:t>Gehad </a:t>
            </a:r>
            <a:r>
              <a:rPr lang="en-US" dirty="0" err="1"/>
              <a:t>karam</a:t>
            </a:r>
            <a:r>
              <a:rPr lang="en-US" dirty="0"/>
              <a:t> </a:t>
            </a:r>
          </a:p>
          <a:p>
            <a:r>
              <a:rPr lang="en-US" noProof="0" dirty="0"/>
              <a:t>Mark </a:t>
            </a:r>
            <a:r>
              <a:rPr lang="en-US" noProof="0" dirty="0" err="1"/>
              <a:t>mekhael</a:t>
            </a:r>
            <a:endParaRPr lang="en-US" noProof="0" dirty="0"/>
          </a:p>
        </p:txBody>
      </p:sp>
    </p:spTree>
    <p:extLst>
      <p:ext uri="{BB962C8B-B14F-4D97-AF65-F5344CB8AC3E}">
        <p14:creationId xmlns:p14="http://schemas.microsoft.com/office/powerpoint/2010/main" val="3751616652"/>
      </p:ext>
    </p:extLst>
  </p:cSld>
  <p:clrMapOvr>
    <a:masterClrMapping/>
  </p:clrMapOvr>
</p:sld>
</file>

<file path=ppt/theme/theme1.xml><?xml version="1.0" encoding="utf-8"?>
<a:theme xmlns:a="http://schemas.openxmlformats.org/drawingml/2006/main" name="Custom">
  <a:themeElements>
    <a:clrScheme name="Blue spheres">
      <a:dk1>
        <a:srgbClr val="000000"/>
      </a:dk1>
      <a:lt1>
        <a:srgbClr val="FFFFFF"/>
      </a:lt1>
      <a:dk2>
        <a:srgbClr val="E3E7ED"/>
      </a:dk2>
      <a:lt2>
        <a:srgbClr val="E8E8E8"/>
      </a:lt2>
      <a:accent1>
        <a:srgbClr val="7673F7"/>
      </a:accent1>
      <a:accent2>
        <a:srgbClr val="B8C2FD"/>
      </a:accent2>
      <a:accent3>
        <a:srgbClr val="DFE3FC"/>
      </a:accent3>
      <a:accent4>
        <a:srgbClr val="55B3FD"/>
      </a:accent4>
      <a:accent5>
        <a:srgbClr val="99F7F7"/>
      </a:accent5>
      <a:accent6>
        <a:srgbClr val="FEE43F"/>
      </a:accent6>
      <a:hlink>
        <a:srgbClr val="467886"/>
      </a:hlink>
      <a:folHlink>
        <a:srgbClr val="96607D"/>
      </a:folHlink>
    </a:clrScheme>
    <a:fontScheme name="Custom 23">
      <a:majorFont>
        <a:latin typeface="Aptos"/>
        <a:ea typeface=""/>
        <a:cs typeface=""/>
      </a:majorFont>
      <a:minorFont>
        <a:latin typeface="Aptos"/>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TM34076243_win32_CP_V3" id="{81AB0711-29F9-49D0-8A73-16AF25FD4C08}" vid="{D5AD44AB-53B9-4654-A4F8-1821A28F277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MediaServiceKeyPoints xmlns="71af3243-3dd4-4a8d-8c0d-dd76da1f02a5" xsi:nil="true"/>
    <_ip_UnifiedCompliancePolicyUIAction xmlns="http://schemas.microsoft.com/sharepoint/v3" xsi:nil="true"/>
    <Image xmlns="71af3243-3dd4-4a8d-8c0d-dd76da1f02a5">
      <Url xsi:nil="true"/>
      <Description xsi:nil="true"/>
    </Image>
    <Status xmlns="71af3243-3dd4-4a8d-8c0d-dd76da1f02a5">Not started</Status>
    <Background xmlns="71af3243-3dd4-4a8d-8c0d-dd76da1f02a5">false</Background>
    <_ip_UnifiedCompliancePolicyProperties xmlns="http://schemas.microsoft.com/sharepoint/v3" xsi:nil="true"/>
    <ImageTagsTaxHTField xmlns="71af3243-3dd4-4a8d-8c0d-dd76da1f02a5">
      <Terms xmlns="http://schemas.microsoft.com/office/infopath/2007/PartnerControls"/>
    </ImageTagsTaxHTField>
    <TaxCatchAll xmlns="230e9df3-be65-4c73-a93b-d1236ebd677e" xsi:nil="true"/>
  </documentManagement>
</p:properties>
</file>

<file path=customXml/item2.xml><?xml version="1.0" encoding="utf-8"?>
<ct:contentTypeSchema xmlns:ct="http://schemas.microsoft.com/office/2006/metadata/contentType" xmlns:ma="http://schemas.microsoft.com/office/2006/metadata/properties/metaAttributes" ct:_="" ma:_="" ma:contentTypeName="Document" ma:contentTypeID="0x01010079F111ED35F8CC479449609E8A0923A6" ma:contentTypeVersion="29" ma:contentTypeDescription="Create a new document." ma:contentTypeScope="" ma:versionID="6a914531ae0f23be31da2eba1f3b42a9">
  <xsd:schema xmlns:xsd="http://www.w3.org/2001/XMLSchema" xmlns:xs="http://www.w3.org/2001/XMLSchema" xmlns:p="http://schemas.microsoft.com/office/2006/metadata/properties" xmlns:ns1="http://schemas.microsoft.com/sharepoint/v3" xmlns:ns2="71af3243-3dd4-4a8d-8c0d-dd76da1f02a5" xmlns:ns3="16c05727-aa75-4e4a-9b5f-8a80a1165891" xmlns:ns4="230e9df3-be65-4c73-a93b-d1236ebd677e" targetNamespace="http://schemas.microsoft.com/office/2006/metadata/properties" ma:root="true" ma:fieldsID="ae00154c9e66547f022c4923f88826d6" ns1:_="" ns2:_="" ns3:_="" ns4:_="">
    <xsd:import namespace="http://schemas.microsoft.com/sharepoint/v3"/>
    <xsd:import namespace="71af3243-3dd4-4a8d-8c0d-dd76da1f02a5"/>
    <xsd:import namespace="16c05727-aa75-4e4a-9b5f-8a80a1165891"/>
    <xsd:import namespace="230e9df3-be65-4c73-a93b-d1236ebd677e"/>
    <xsd:element name="properties">
      <xsd:complexType>
        <xsd:sequence>
          <xsd:element name="documentManagement">
            <xsd:complexType>
              <xsd:all>
                <xsd:element ref="ns2:Status" minOccurs="0"/>
                <xsd:element ref="ns2:Image" minOccurs="0"/>
                <xsd:element ref="ns2:MediaServiceMetadata" minOccurs="0"/>
                <xsd:element ref="ns2:MediaServiceFastMetadata" minOccurs="0"/>
                <xsd:element ref="ns2:MediaServiceOCR" minOccurs="0"/>
                <xsd:element ref="ns2:MediaServiceAutoTags" minOccurs="0"/>
                <xsd:element ref="ns2:MediaServiceEventHashCode" minOccurs="0"/>
                <xsd:element ref="ns2:MediaServiceGenerationTime" minOccurs="0"/>
                <xsd:element ref="ns3:SharedWithUsers" minOccurs="0"/>
                <xsd:element ref="ns3:SharedWithDetails" minOccurs="0"/>
                <xsd:element ref="ns2:MediaServiceAutoKeyPoints" minOccurs="0"/>
                <xsd:element ref="ns2:MediaServiceKeyPoints" minOccurs="0"/>
                <xsd:element ref="ns2:MediaServiceDateTaken" minOccurs="0"/>
                <xsd:element ref="ns1:_ip_UnifiedCompliancePolicyProperties" minOccurs="0"/>
                <xsd:element ref="ns1:_ip_UnifiedCompliancePolicyUIAction" minOccurs="0"/>
                <xsd:element ref="ns4:TaxCatchAll" minOccurs="0"/>
                <xsd:element ref="ns2:ImageTagsTaxHTField" minOccurs="0"/>
                <xsd:element ref="ns2:MediaServiceLocation" minOccurs="0"/>
                <xsd:element ref="ns2:MediaLengthInSeconds" minOccurs="0"/>
                <xsd:element ref="ns2:Background" minOccurs="0"/>
                <xsd:element ref="ns2:MediaServiceSearchProperties" minOccurs="0"/>
                <xsd:element ref="ns2:MediaServiceDocTags" minOccurs="0"/>
                <xsd:element ref="ns2:MediaServiceObjectDetectorVersions" minOccurs="0"/>
                <xsd:element ref="ns2:MediaServiceSystemTag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http://schemas.microsoft.com/sharepoint/v3" elementFormDefault="qualified">
    <xsd:import namespace="http://schemas.microsoft.com/office/2006/documentManagement/types"/>
    <xsd:import namespace="http://schemas.microsoft.com/office/infopath/2007/PartnerControls"/>
    <xsd:element name="_ip_UnifiedCompliancePolicyProperties" ma:index="20" nillable="true" ma:displayName="Unified Compliance Policy Properties" ma:hidden="true" ma:internalName="_ip_UnifiedCompliancePolicyProperties" ma:readOnly="false">
      <xsd:simpleType>
        <xsd:restriction base="dms:Note"/>
      </xsd:simpleType>
    </xsd:element>
    <xsd:element name="_ip_UnifiedCompliancePolicyUIAction" ma:index="21" nillable="true" ma:displayName="Unified Compliance Policy UI Action" ma:hidden="true" ma:internalName="_ip_UnifiedCompliancePolicyUIAction" ma:readOnly="fals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71af3243-3dd4-4a8d-8c0d-dd76da1f02a5" elementFormDefault="qualified">
    <xsd:import namespace="http://schemas.microsoft.com/office/2006/documentManagement/types"/>
    <xsd:import namespace="http://schemas.microsoft.com/office/infopath/2007/PartnerControls"/>
    <xsd:element name="Status" ma:index="2" nillable="true" ma:displayName="Status" ma:default="Not started" ma:format="Dropdown" ma:hidden="true" ma:internalName="Status" ma:readOnly="false">
      <xsd:simpleType>
        <xsd:restriction base="dms:Choice">
          <xsd:enumeration value="Not started"/>
          <xsd:enumeration value="In Progress"/>
          <xsd:enumeration value="Completed"/>
        </xsd:restriction>
      </xsd:simpleType>
    </xsd:element>
    <xsd:element name="Image" ma:index="3" nillable="true" ma:displayName="Image" ma:format="Image" ma:hidden="true" ma:internalName="Image" ma:readOnly="false">
      <xsd:complexType>
        <xsd:complexContent>
          <xsd:extension base="dms:URL">
            <xsd:sequence>
              <xsd:element name="Url" type="dms:ValidUrl" minOccurs="0" nillable="true"/>
              <xsd:element name="Description" type="xsd:string" nillable="true"/>
            </xsd:sequence>
          </xsd:extension>
        </xsd:complexContent>
      </xsd:complexType>
    </xsd:element>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OCR" ma:index="10" nillable="true" ma:displayName="MediaServiceOCR" ma:hidden="true" ma:internalName="MediaServiceOCR" ma:readOnly="true">
      <xsd:simpleType>
        <xsd:restriction base="dms:Note"/>
      </xsd:simpleType>
    </xsd:element>
    <xsd:element name="MediaServiceAutoTags" ma:index="11" nillable="true" ma:displayName="MediaServiceAutoTags" ma:hidden="true" ma:internalName="MediaServiceAutoTags" ma:readOnly="true">
      <xsd:simpleType>
        <xsd:restriction base="dms:Text"/>
      </xsd:simpleType>
    </xsd:element>
    <xsd:element name="MediaServiceEventHashCode" ma:index="12" nillable="true" ma:displayName="MediaServiceEventHashCode" ma:hidden="true" ma:internalName="MediaServiceEventHashCode" ma:readOnly="true">
      <xsd:simpleType>
        <xsd:restriction base="dms:Text"/>
      </xsd:simpleType>
    </xsd:element>
    <xsd:element name="MediaServiceGenerationTime" ma:index="13" nillable="true" ma:displayName="MediaServiceGenerationTime" ma:hidden="true" ma:internalName="MediaServiceGenerationTime" ma:readOnly="true">
      <xsd:simpleType>
        <xsd:restriction base="dms:Text"/>
      </xsd:simpleType>
    </xsd:element>
    <xsd:element name="MediaServiceAutoKeyPoints" ma:index="16" nillable="true" ma:displayName="MediaServiceAutoKeyPoints" ma:hidden="true" ma:internalName="MediaServiceAutoKeyPoints" ma:readOnly="true">
      <xsd:simpleType>
        <xsd:restriction base="dms:Note"/>
      </xsd:simpleType>
    </xsd:element>
    <xsd:element name="MediaServiceKeyPoints" ma:index="17" nillable="true" ma:displayName="KeyPoints" ma:hidden="true" ma:internalName="MediaServiceKeyPoints" ma:readOnly="false">
      <xsd:simpleType>
        <xsd:restriction base="dms:Note"/>
      </xsd:simpleType>
    </xsd:element>
    <xsd:element name="MediaServiceDateTaken" ma:index="18" nillable="true" ma:displayName="MediaServiceDateTaken" ma:hidden="true" ma:internalName="MediaServiceDateTaken" ma:readOnly="true">
      <xsd:simpleType>
        <xsd:restriction base="dms:Text"/>
      </xsd:simpleType>
    </xsd:element>
    <xsd:element name="ImageTagsTaxHTField" ma:index="25" nillable="true" ma:taxonomy="true" ma:internalName="ImageTagsTaxHTField" ma:taxonomyFieldName="MediaServiceImageTags" ma:displayName="Image Tags" ma:readOnly="false" ma:fieldId="{5cf76f15-5ced-4ddc-b409-7134ff3c332f}" ma:taxonomyMulti="true" ma:sspId="e385fb40-52d4-4fae-9c5b-3e8ff8a5878e" ma:termSetId="09814cd3-568e-fe90-9814-8d621ff8fb84" ma:anchorId="fba54fb3-c3e1-fe81-a776-ca4b69148c4d" ma:open="true" ma:isKeyword="false">
      <xsd:complexType>
        <xsd:sequence>
          <xsd:element ref="pc:Terms" minOccurs="0" maxOccurs="1"/>
        </xsd:sequence>
      </xsd:complexType>
    </xsd:element>
    <xsd:element name="MediaServiceLocation" ma:index="26" nillable="true" ma:displayName="Location" ma:hidden="true" ma:internalName="MediaServiceLocation" ma:readOnly="true">
      <xsd:simpleType>
        <xsd:restriction base="dms:Text"/>
      </xsd:simpleType>
    </xsd:element>
    <xsd:element name="MediaLengthInSeconds" ma:index="27" nillable="true" ma:displayName="MediaLengthInSeconds" ma:hidden="true" ma:internalName="MediaLengthInSeconds" ma:readOnly="true">
      <xsd:simpleType>
        <xsd:restriction base="dms:Unknown"/>
      </xsd:simpleType>
    </xsd:element>
    <xsd:element name="Background" ma:index="28" nillable="true" ma:displayName="Background" ma:default="0" ma:format="Dropdown" ma:hidden="true" ma:internalName="Background" ma:readOnly="false">
      <xsd:simpleType>
        <xsd:restriction base="dms:Boolean"/>
      </xsd:simpleType>
    </xsd:element>
    <xsd:element name="MediaServiceSearchProperties" ma:index="29" nillable="true" ma:displayName="MediaServiceSearchProperties" ma:hidden="true" ma:internalName="MediaServiceSearchProperties" ma:readOnly="true">
      <xsd:simpleType>
        <xsd:restriction base="dms:Note"/>
      </xsd:simpleType>
    </xsd:element>
    <xsd:element name="MediaServiceDocTags" ma:index="30" nillable="true" ma:displayName="MediaServiceDocTags" ma:hidden="true" ma:internalName="MediaServiceDocTags" ma:readOnly="true">
      <xsd:simpleType>
        <xsd:restriction base="dms:Note"/>
      </xsd:simpleType>
    </xsd:element>
    <xsd:element name="MediaServiceObjectDetectorVersions" ma:index="31" nillable="true" ma:displayName="MediaServiceObjectDetectorVersions" ma:description="" ma:hidden="true" ma:indexed="true" ma:internalName="MediaServiceObjectDetectorVersions" ma:readOnly="true">
      <xsd:simpleType>
        <xsd:restriction base="dms:Text"/>
      </xsd:simpleType>
    </xsd:element>
    <xsd:element name="MediaServiceSystemTags" ma:index="32" nillable="true" ma:displayName="MediaServiceSystemTags" ma:hidden="true" ma:internalName="MediaServiceSystemTags"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16c05727-aa75-4e4a-9b5f-8a80a1165891" elementFormDefault="qualified">
    <xsd:import namespace="http://schemas.microsoft.com/office/2006/documentManagement/types"/>
    <xsd:import namespace="http://schemas.microsoft.com/office/infopath/2007/PartnerControls"/>
    <xsd:element name="SharedWithUsers" ma:index="14" nillable="true" ma:displayName="Shared With" ma:hidden="true"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5" nillable="true" ma:displayName="Shared With Details" ma:hidden="true" ma:internalName="SharedWithDetails"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230e9df3-be65-4c73-a93b-d1236ebd677e" elementFormDefault="qualified">
    <xsd:import namespace="http://schemas.microsoft.com/office/2006/documentManagement/types"/>
    <xsd:import namespace="http://schemas.microsoft.com/office/infopath/2007/PartnerControls"/>
    <xsd:element name="TaxCatchAll" ma:index="23" nillable="true" ma:displayName="Taxonomy Catch All Column" ma:hidden="true" ma:list="{3f6bfcbc-3db3-4ae6-bd76-326f0798ad28}" ma:internalName="TaxCatchAll" ma:readOnly="false" ma:showField="CatchAllData" ma:web="16c05727-aa75-4e4a-9b5f-8a80a1165891">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displayName="Content Type"/>
        <xsd:element ref="dc:title" minOccurs="0" maxOccurs="1" ma:index="1"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CEA9B47F-3DD8-4645-81DC-B88780643C07}">
  <ds:schemaRefs>
    <ds:schemaRef ds:uri="http://schemas.microsoft.com/office/2006/metadata/properties"/>
    <ds:schemaRef ds:uri="http://schemas.microsoft.com/office/infopath/2007/PartnerControls"/>
    <ds:schemaRef ds:uri="71af3243-3dd4-4a8d-8c0d-dd76da1f02a5"/>
    <ds:schemaRef ds:uri="http://schemas.microsoft.com/sharepoint/v3"/>
    <ds:schemaRef ds:uri="230e9df3-be65-4c73-a93b-d1236ebd677e"/>
  </ds:schemaRefs>
</ds:datastoreItem>
</file>

<file path=customXml/itemProps2.xml><?xml version="1.0" encoding="utf-8"?>
<ds:datastoreItem xmlns:ds="http://schemas.openxmlformats.org/officeDocument/2006/customXml" ds:itemID="{567F3CB5-3475-4129-AB60-D0C937DE910C}">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http://schemas.microsoft.com/sharepoint/v3"/>
    <ds:schemaRef ds:uri="71af3243-3dd4-4a8d-8c0d-dd76da1f02a5"/>
    <ds:schemaRef ds:uri="16c05727-aa75-4e4a-9b5f-8a80a1165891"/>
    <ds:schemaRef ds:uri="230e9df3-be65-4c73-a93b-d1236ebd677e"/>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3.xml><?xml version="1.0" encoding="utf-8"?>
<ds:datastoreItem xmlns:ds="http://schemas.openxmlformats.org/officeDocument/2006/customXml" ds:itemID="{B0C07E3D-60A7-4F4E-8208-D9CCD01982CB}">
  <ds:schemaRefs>
    <ds:schemaRef ds:uri="http://schemas.microsoft.com/sharepoint/v3/contenttype/forms"/>
  </ds:schemaRefs>
</ds:datastoreItem>
</file>

<file path=docMetadata/LabelInfo.xml><?xml version="1.0" encoding="utf-8"?>
<clbl:labelList xmlns:clbl="http://schemas.microsoft.com/office/2020/mipLabelMetadata"/>
</file>

<file path=docProps/app.xml><?xml version="1.0" encoding="utf-8"?>
<Properties xmlns="http://schemas.openxmlformats.org/officeDocument/2006/extended-properties" xmlns:vt="http://schemas.openxmlformats.org/officeDocument/2006/docPropsVTypes">
  <Template>Blue spheres presentation</Template>
  <TotalTime>36</TotalTime>
  <Words>540</Words>
  <Application>Microsoft Office PowerPoint</Application>
  <PresentationFormat>Widescreen</PresentationFormat>
  <Paragraphs>110</Paragraphs>
  <Slides>16</Slides>
  <Notes>2</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16</vt:i4>
      </vt:variant>
    </vt:vector>
  </HeadingPairs>
  <TitlesOfParts>
    <vt:vector size="20" baseType="lpstr">
      <vt:lpstr>Aptos</vt:lpstr>
      <vt:lpstr>Arial</vt:lpstr>
      <vt:lpstr>Calibri</vt:lpstr>
      <vt:lpstr>Custom</vt:lpstr>
      <vt:lpstr>PCI DSS Requirement 6 Compliance Checker</vt:lpstr>
      <vt:lpstr>Introduction</vt:lpstr>
      <vt:lpstr>Problem Statement </vt:lpstr>
      <vt:lpstr>Solution Overview</vt:lpstr>
      <vt:lpstr>Objectives</vt:lpstr>
      <vt:lpstr>Intended Audience</vt:lpstr>
      <vt:lpstr>Success Criteria</vt:lpstr>
      <vt:lpstr>PCI DSS Overview</vt:lpstr>
      <vt:lpstr>Secure Development</vt:lpstr>
      <vt:lpstr>System Architecture</vt:lpstr>
      <vt:lpstr>Implementation </vt:lpstr>
      <vt:lpstr>Sample Code Input</vt:lpstr>
      <vt:lpstr>Sample Output</vt:lpstr>
      <vt:lpstr>Key Benefits</vt:lpstr>
      <vt:lpstr>Conclusion</vt:lpstr>
      <vt:lpstr>Thank you</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yaser srywll</dc:creator>
  <cp:lastModifiedBy>yaser srywll</cp:lastModifiedBy>
  <cp:revision>1</cp:revision>
  <dcterms:created xsi:type="dcterms:W3CDTF">2025-12-28T20:58:40Z</dcterms:created>
  <dcterms:modified xsi:type="dcterms:W3CDTF">2025-12-28T21:35:32Z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0x01010079F111ED35F8CC479449609E8A0923A6</vt:lpwstr>
  </property>
  <property fmtid="{D5CDD505-2E9C-101B-9397-08002B2CF9AE}" pid="3" name="MediaServiceImageTags">
    <vt:lpwstr/>
  </property>
</Properties>
</file>